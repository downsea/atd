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182880"/>
            <a:ext cx="566928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1F305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82880" cy="2788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0976" y="1627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二 部分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21031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设计原则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50976" y="41148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协议只是骨架。真正决定一个 ATD 工具服务能否跨平台、跨厂商、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跨时间存活的，是它上面一层的设计约定。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0976" y="5175504"/>
            <a:ext cx="6035040" cy="0"/>
          </a:xfrm>
          <a:prstGeom prst="line">
            <a:avLst/>
          </a:prstGeom>
          <a:noFill/>
          <a:ln w="12700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303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约定会悄悄退化 —— 写下来、用案例钉住，它才不退化。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6089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Agent Tool Dispatch  ·  中立 · 跨厂商 · 开源 (Apache-2.0)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AGENDA · 本部分导览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本部分内容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18488" y="1783080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前提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07608" y="1783080"/>
            <a:ext cx="5614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协议很小，约定很大 —— 有意思的决策在上面一层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51176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615184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18488" y="2615184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三类消费者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07608" y="2615184"/>
            <a:ext cx="5614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 server，三条互不打架的管道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447288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18488" y="3447288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七条原则 · 总览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007608" y="3447288"/>
            <a:ext cx="5614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贯穿单一真相源 / 显式 / 可发现 / 可观测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215384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279392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18488" y="4279392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逐条拆解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07608" y="4279392"/>
            <a:ext cx="5614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每条：规则 → 为什么 → 反模式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0474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111496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18488" y="5111496"/>
            <a:ext cx="4206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落地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007608" y="5111496"/>
            <a:ext cx="5614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adopter 自检清单，接入前必读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前提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32688" y="1828800"/>
            <a:ext cx="64008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121408"/>
            <a:ext cx="103235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协议本身很小 —— 一份 wire spec、一份 schema、四类核心消息。真正有意思的设计决策，都在它上面一层。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4709160"/>
            <a:ext cx="9774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「上面一层」= adopter 怎么组织自己的工具服务，让结果能跨 agent 平台、跨厂商、跨时间存活。这一层不由协议强制，却决定成败 —— 所以必须写成明确的原则，并用真实 adopter 案例钉住。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6126480"/>
            <a:ext cx="9226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原则来源：docs/atd-design-philosophy.md（活文档，三家 adopter 实证）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设计的出发点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一个 ATD 工具服务，同时服务三类消费者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每个设计决策都要同时对三种读法成立 —— 让 LLM 舒服却破坏桥接握手的选择，不是取舍，是 bug。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738628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LLM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需要：可发现的工具面、类型化错误信封、可预期的参数形状。</a:t>
            </a:r>
            <a:endParaRPr lang="en-US" sz="108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通道：tool_list / tool_schema / run_tool wire 帧。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120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1208" y="2738628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6895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②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895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人类运维者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895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需要：审计轨迹、运维控制、结构化日志、门禁拒绝可见。</a:t>
            </a:r>
            <a:endParaRPr lang="en-US" sz="108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通道：AuditSink 事件、server 日志、metrics 计数器。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9548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5488" y="2738628"/>
            <a:ext cx="3526536" cy="5486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18" name="Text 16"/>
          <p:cNvSpPr/>
          <p:nvPr/>
        </p:nvSpPr>
        <p:spPr>
          <a:xfrm>
            <a:off x="833323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4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③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323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Agent 平台桥接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323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Hermes / Claude Code / MCP。需要：稳定握手、能力协商、不出意外的 transport。</a:t>
            </a:r>
            <a:endParaRPr lang="en-US" sz="108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通道：Hello/HelloAck + UCAN-lite。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七条原则 · 一页总览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下面逐条展开。它们不是七件无关的事，而是同一主线的七个切面。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383280"/>
                <a:gridCol w="7031736"/>
              </a:tblGrid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#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原则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一句话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ToolDefinition 是唯一真相源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摘要、校验、skill、适配器、文档全部从一份定义派生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Skills 跟工具走，不跟桥走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用 skills.list/get meta-tool 暴露；平台目录只是缓存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能力是协商出来的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声明 required_capabilities，dispatch 门禁，handler 不查权限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错误类型化、带命名空间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协议 1000-1099、adopter 2000+；没有自由文本错误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工具默认跨连接无状态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共享世界状态必须显式声明 —— 默认无状态，偏离要响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发现是唯一权威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agent prompt 绝不写死工具 id；运行时 discover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469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dispatch 有界且可观测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tier deadline、middleware 可观测、不静默重试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 1 /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原则一 · ToolDefinition 是唯一真相源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工具的每个事实 —— 名字、参数、能力、可见性、deadline、安全分级 —— 只活在一个地方。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399532" cy="375818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5399532" cy="548640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31136"/>
            <a:ext cx="4960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反模式 · 两处维护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852928"/>
            <a:ext cx="496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B7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它们一定会漂移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3200400"/>
            <a:ext cx="4960620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input_schema 声明一份参数形状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86384" y="3842766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842766"/>
            <a:ext cx="4960620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docstring / SKILL.md 又写一份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86384" y="4485132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485132"/>
            <a:ext cx="4960620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schema 加字段时，只有一份被更新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86384" y="5127498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5127498"/>
            <a:ext cx="4960620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错的那份会「意外」变权威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22492" y="2231136"/>
            <a:ext cx="5399532" cy="375818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222492" y="2231136"/>
            <a:ext cx="5399532" cy="548640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41948" y="2231136"/>
            <a:ext cx="4960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正确 · 单一来源派生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1948" y="2852928"/>
            <a:ext cx="496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D39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没有第二份拷贝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1948" y="3200400"/>
            <a:ext cx="4960620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一份 ToolDefinition 字面量 / 工具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41948" y="3842766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1948" y="3842766"/>
            <a:ext cx="4960620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ToolSummary 由 registry 派生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41948" y="4485132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1948" y="4485132"/>
            <a:ext cx="4960620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 meta-tool 直接服务该定义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441948" y="5127498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1948" y="5127498"/>
            <a:ext cx="4960620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OpenAI / Anthropic 适配器从它生成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 2 /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原则二 · Skills 跟工具走，不跟桥走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一个工具的 SKILL.md 内容是「工具的一部分」，不是「agent 平台的一部分」。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82981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规则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SKILL.md 活在工具服务的仓库里，通过 &lt;publisher&gt;:&lt;service&gt;.skills.list / .get meta-tool 暴露，由 atd skills sync 按平台安装。平台的 skill 目录是缓存，不是源。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07258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207258"/>
            <a:ext cx="64008" cy="829818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07258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反模式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207258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SKILL.md 手抄进 ~/.hermes/skills/ 或 ~/.claude/skills/ —— 升级工具不刷新、加第二个平台要复制、换平台直接丢在地上。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3380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183380"/>
            <a:ext cx="64008" cy="829818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183380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收益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4183380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同一套机制（meta-tool 发布 + sync 安装）既做工具发现，也做 skill 分发；一次性修掉上述三种失效模式。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159502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5159502"/>
            <a:ext cx="64008" cy="829818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5159502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实证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5159502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healthkit_cli 把 26 个 SKILL.md 通过该公约暴露，atd skills sync --target hermes 实测拉下 26 文件、与源逐字一致。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 3 /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原则三 · 能力是协商出来的，不是写死的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工具声明需要什么能力；连接在握手时协商出有什么能力；dispatch 负责把关。Handler 自己不查权限。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" y="2643759"/>
            <a:ext cx="0" cy="2475738"/>
          </a:xfrm>
          <a:prstGeom prst="line">
            <a:avLst/>
          </a:prstGeom>
          <a:noFill/>
          <a:ln w="17780">
            <a:solidFill>
              <a:srgbClr val="2C3D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96871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96871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3312" y="2231136"/>
            <a:ext cx="402336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工具声明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4688" y="2231136"/>
            <a:ext cx="611733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ToolDefinition.required_capabilities: list[str] —— 不透明的能力字符串。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22117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2211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3312" y="3056382"/>
            <a:ext cx="402336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Hello 协商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04688" y="3056382"/>
            <a:ext cx="611733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client 请求的 capabilities 与 server 的 allow-list 求交集 → granted_capabilities。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047363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47363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3312" y="3881628"/>
            <a:ext cx="402336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dispatch 门禁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04688" y="3881628"/>
            <a:ext cx="611733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调用前算 missing = required − granted；非空即拒，返回 ERR_CAPABILITY_DENIED (1001)。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872609"/>
            <a:ext cx="493776" cy="493776"/>
          </a:xfrm>
          <a:prstGeom prst="oval">
            <a:avLst/>
          </a:prstGeom>
          <a:solidFill>
            <a:srgbClr val="17233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872609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53312" y="4706874"/>
            <a:ext cx="402336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handler 干净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504688" y="4706874"/>
            <a:ext cx="611733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handler 里没有 if-not-has-cap；dispatcher 已经判过，工具只管干活。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53312" y="5678424"/>
            <a:ext cx="10268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好处：LLM 在 tool_schema 里就看见门禁要求；检查统一；审计在任何 handler 跑之前就看见拒绝。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 4 /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原则四 · 错误是类型化、带命名空间的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每个失败都带一个数字 code，而不是自由文本。数字码能跨翻译存活，让 agent 可判定地恢复。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82981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协议层 1000-1099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TOOL_NOT_FOUND / CAPABILITY_DENIED / RATE_LIMITED / DEADLINE_EXCEEDED / INVALID_ARGS / UCAN(1010-1013) / cursor(1020-1021) / INTERNAL —— 定义在 atd-protocol。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07258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207258"/>
            <a:ext cx="64008" cy="829818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07258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adopter 层 2000+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207258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adopter 认领自己的号段（cbrain 2000-2099 / healthkit 3000-3099 / celia 4000-4099），跨厂商不撞号。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3380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183380"/>
            <a:ext cx="64008" cy="829818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183380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ToolDefinition.errors 预告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4183380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工具在定义里预先声明可能抛的错误码；retryable 位诚实标注 —— 只有 client 能安全重调时才为 true。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159502"/>
            <a:ext cx="11055096" cy="82981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5159502"/>
            <a:ext cx="64008" cy="829818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5159502"/>
            <a:ext cx="39319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反模式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5159502"/>
            <a:ext cx="6437376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return ToolFailure(code="ERR", message="出错了，待会再试") —— LLM 必须读英文散文才能恢复，且各家措辞不一。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 5 /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原则五 · 工具默认跨连接无状态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每个连接拿到全新 ConnectionContext；共享世界状态是「opt-in 且声明」的 —— 默认无状态，偏离要大声。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399532" cy="375818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5399532" cy="548640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31136"/>
            <a:ext cx="4960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反模式 · 模块全局冒充连接态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944368"/>
            <a:ext cx="49606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_LAST_CONFIG 是模块全局变量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86384" y="3650742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50742"/>
            <a:ext cx="49606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意图却是「每连接一份」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86384" y="4357116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4357116"/>
            <a:ext cx="49606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第二个连接覆盖第一个的视图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86384" y="5063490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5063490"/>
            <a:ext cx="49606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于是给出错误答案，且难复现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22492" y="2231136"/>
            <a:ext cx="5399532" cy="375818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22492" y="2231136"/>
            <a:ext cx="5399532" cy="548640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1948" y="2231136"/>
            <a:ext cx="4960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正确 · 显式二选一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1948" y="2944368"/>
            <a:ext cx="49606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要么放进 ctx.connection（每连接）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41948" y="3650742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1948" y="3650742"/>
            <a:ext cx="49606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要么承认「共享世界」并在 description 里大声说明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41948" y="4357116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1948" y="4357116"/>
            <a:ext cx="49606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cbrain 的 MuJoCo 单例属后者 —— 正确，但要写明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41948" y="5063490"/>
            <a:ext cx="4960620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1948" y="5063490"/>
            <a:ext cx="4960620" cy="7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大多数 agent 平台会自由重连，假设连接亲和性必出错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 6 /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原则六 · 发现是唯一权威 —— prompt 不写死工具 id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在运行时通过 tool_list → tool_schema 发现工具。系统 prompt 里绝不含硬编码的工具 id 列表。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45436"/>
            <a:ext cx="11055096" cy="1078992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345436"/>
            <a:ext cx="64008" cy="10789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345436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规则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345436"/>
            <a:ext cx="6437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ToolSummary.id 是唯一稳定句柄；name / description 是给人看的散文，可以随时改而不破坏 agent。新工具自动出现，重命名不破坏流程。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570732"/>
            <a:ext cx="11055096" cy="1078992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570732"/>
            <a:ext cx="64008" cy="1078992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570732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反模式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570732"/>
            <a:ext cx="6437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 prompt 写「你可以调用 x:a、x:b、x:c，永远先调 x:a」—— 加了新工具它不知道；某个工具改名，所有 agent 同时崩。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796028"/>
            <a:ext cx="11055096" cy="1078992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796028"/>
            <a:ext cx="64008" cy="1078992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796028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收益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4796028"/>
            <a:ext cx="6437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不写死的 prompt 反而更简单：「看你手上有哪些工具，挑匹配这个任务的那个」一行话；写死的版本是维护负债。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 7 /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原则七 · dispatch 有界且可观测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每个工具调用都裹在三层契约里 —— 没有调用能逃出这三条。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738628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Bounded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deadline 由 resources.timeout_ms 推导（未设默认 30s）。超时返回 1004 DEADLINE_EXCEEDED。没有工具能无限期跑下去 —— 否则整条 agent 栈一起死锁。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120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1208" y="2738628"/>
            <a:ext cx="352653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6895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可观测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895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Observable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895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middleware（pre_call / post_call / on_error）看见每一次 dispatch。审计、追踪、限流、metrics 都作为 middleware 实现。dispatch 路径自己不静默吞错。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95488" y="2738628"/>
            <a:ext cx="3526536" cy="274320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5488" y="2738628"/>
            <a:ext cx="3526536" cy="5486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18" name="Text 16"/>
          <p:cNvSpPr/>
          <p:nvPr/>
        </p:nvSpPr>
        <p:spPr>
          <a:xfrm>
            <a:off x="8333232" y="293979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4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不重试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3232" y="3360420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No silent retry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3232" y="3799332"/>
            <a:ext cx="3069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server 永不内部重试一个工具调用。瞬时失败就回 retryable=true，让 client 决定。静默重试会瞒过审计、对有副作用的操作重复计费。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第二部分 · 设计原则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188720"/>
            <a:ext cx="182880" cy="10515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11521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50976" y="1463040"/>
            <a:ext cx="10597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第二部分小结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50976" y="261518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54203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协议小；决定成败的是它上面一层的 adopter 约定 —— 所以要写成原则、用案例钉住。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50976" y="323240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315925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 server 同时服务 LLM、人类运维、平台桥接三类消费者；每个设计要对三种读法都成立。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" y="384962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377647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七条原则一条主线：单一真相源、显式优于隐式、可发现、可观测、可恢复。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50976" y="446684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439369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约定会悄悄退化；它靠「被写下来、用 adopter 案例钉住、每次接入前重读」才不退化。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976" y="5212080"/>
            <a:ext cx="10287000" cy="84124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" y="5212080"/>
            <a:ext cx="64008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225296" y="5212080"/>
            <a:ext cx="9683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好协议给的是地基；好原则保证盖上去的楼不会慢慢长歪。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645566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下一部分 · 第三部分：ATD 的架构与设计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ATD 技术预览 · 第二部分 · 设计原则</dc:title>
  <dc:subject>PptxGenJS Presentation</dc:subject>
  <dc:creator>ATD Protocol Contributors</dc:creator>
  <cp:lastModifiedBy>ATD Protocol Contributors</cp:lastModifiedBy>
  <cp:revision>1</cp:revision>
  <dcterms:created xsi:type="dcterms:W3CDTF">2026-05-21T03:27:23Z</dcterms:created>
  <dcterms:modified xsi:type="dcterms:W3CDTF">2026-05-21T03:27:23Z</dcterms:modified>
</cp:coreProperties>
</file>