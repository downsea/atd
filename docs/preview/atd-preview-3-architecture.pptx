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182880"/>
            <a:ext cx="566928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0" b="1" dirty="0">
                <a:solidFill>
                  <a:srgbClr val="1F305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82880" cy="2788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50976" y="16276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三 部分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0976" y="21031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架构与设计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50976" y="41148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从统一 schema 到分层模型、确定性 dispatch 管线、安全模型、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中间件与扩展点 —— ATD 参考实现的系统全貌。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50976" y="5175504"/>
            <a:ext cx="6035040" cy="0"/>
          </a:xfrm>
          <a:prstGeom prst="line">
            <a:avLst/>
          </a:prstGeom>
          <a:noFill/>
          <a:ln w="12700">
            <a:solidFill>
              <a:srgbClr val="2C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5303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一份 schema 管所有 wire 形状；一条管线管所有调用。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6089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Agent Tool Dispatch  ·  中立 · 跨厂商 · 开源 (Apache-2.0)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AGENDA · 本部分导览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本部分内容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18488" y="178308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统一 schema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07608" y="178308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每条消息都序列化成同一份机器可读 schema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31343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37744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18488" y="237744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分层模型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07608" y="237744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从用户意图到工具宇宙的全栈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90779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97180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18488" y="297180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wire 与类型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007608" y="297180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消息集、ToolDefinition、错误两层、游标分页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50215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6616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18488" y="356616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dispatch 管线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007608" y="356616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确定性的七步调度，transport 无关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09651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6052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18488" y="416052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安全模型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007608" y="416052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分类 / 能力门禁 / 运行时控制 / 审计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69087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75488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18488" y="475488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中间件与扩展点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007608" y="475488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egress 管线 + 六个不 fork 的 pub trait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8523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534924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18488" y="534924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crate 地图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007608" y="534924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个 crate 的分层与职责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第三部分 · 架构与设计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核心抽象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32688" y="1828800"/>
            <a:ext cx="64008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121408"/>
            <a:ext cx="103235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ATD 最原子的承诺：每条消息、每个方向、每种 transport，都序列化成同一份机器可读 schema 定义的形状。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4709160"/>
            <a:ext cx="9774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atd-protocol-schema.json —— 从 atd-protocol 的 Rust 类型经 schemars 生成，按 JSON Schema 2020-12 元 schema 校验，CI 守护 Rust 源与 JSON 之间的漂移。UDS 与 HTTP 两个 listener 反序列化成同一套 Rust 类型，没有 per-transport 分叉 —— 跨语言 SDK 因此能与 Rust 实现自动类型兼容。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" y="6126480"/>
            <a:ext cx="9226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权威架构文档：docs/architecture.md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分层模型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分层模型 —— 从用户意图到工具宇宙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三个核心机制（schema / dispatch / 安全）+ 两个扩展机制（binding / middleware）。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5096" cy="380129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91440" cy="380129"/>
          </a:xfrm>
          <a:prstGeom prst="rect">
            <a:avLst/>
          </a:prstGeom>
          <a:solidFill>
            <a:srgbClr val="6A7C9C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231136"/>
            <a:ext cx="4114800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用户意图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38928" y="2231136"/>
            <a:ext cx="6208776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语音 · 文本 · 触发器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566928" y="2730137"/>
            <a:ext cx="11055096" cy="380129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2730137"/>
            <a:ext cx="91440" cy="380129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730137"/>
            <a:ext cx="4114800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Agent 框架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38928" y="2730137"/>
            <a:ext cx="6208776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 · Cursor · Hermes · LangChain · 自研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66928" y="3229138"/>
            <a:ext cx="11055096" cy="380129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229138"/>
            <a:ext cx="91440" cy="380129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229138"/>
            <a:ext cx="4114800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Skills 层（相邻）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38928" y="3229138"/>
            <a:ext cx="6208776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SKILL.md · atd-tools 依赖声明 · 渐进披露 —— ATD 的上游消费者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66928" y="3728139"/>
            <a:ext cx="11055096" cy="380129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728139"/>
            <a:ext cx="91440" cy="380129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728139"/>
            <a:ext cx="4114800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客户端 SDK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38928" y="3728139"/>
            <a:ext cx="6208776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discover · describe · call · call_page · call_all · hello（Rust / Python）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566928" y="4227141"/>
            <a:ext cx="11055096" cy="380129"/>
          </a:xfrm>
          <a:prstGeom prst="rect">
            <a:avLst/>
          </a:prstGeom>
          <a:solidFill>
            <a:srgbClr val="1F3056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227141"/>
            <a:ext cx="91440" cy="380129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227141"/>
            <a:ext cx="4114800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Dispatch（核心）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138928" y="4227141"/>
            <a:ext cx="6208776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能力门禁 · tier deadline · binding 选择 · cursor · middleware 管线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566928" y="4726142"/>
            <a:ext cx="11055096" cy="380129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4726142"/>
            <a:ext cx="91440" cy="380129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4726142"/>
            <a:ext cx="4114800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两个 transport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138928" y="4726142"/>
            <a:ext cx="6208776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Unix socket（atd-server） / HTTP · MCP JSON-RPC（atd-server-http）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566928" y="5225143"/>
            <a:ext cx="11055096" cy="380129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928" y="5225143"/>
            <a:ext cx="91440" cy="380129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" y="5225143"/>
            <a:ext cx="4114800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工具宇宙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138928" y="5225143"/>
            <a:ext cx="6208776" cy="38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NativeBinding + 扩展点 —— ref:echo · ref:fs.* · ref:shell.* · ref:web.fetch · 厂商工具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566928" y="57332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两条调用路径（agent 直连 / Skill body）走的是同一条 ATD dispatch —— Skills 层只是上面的编排器。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第三部分 · 架构与设计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wire 与类型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wire 与类型 —— 一份 schema 覆盖全部词汇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wire 是 length-prefixed JSON，跑在双工字节流上；两个 listener 把 transport 帧翻译成同一套类型。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64008" cy="63459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31136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请求联合 ClientMessage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56048" y="2231136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Hello（握手 + 能力 + 可选 UCAN）· Ping · ToolList（发现）· ToolSchema（深描）· RunTool（调用）· RunToolContinue（分页续取）。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012034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012034"/>
            <a:ext cx="64008" cy="63459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012034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响应镜像 ServerMessage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3012034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HelloAck · Pong · ToolListResponse · ToolSchemaResponse · ToolResultResponse（数据或错误 + 可选 next_cursor）。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92931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792931"/>
            <a:ext cx="64008" cy="63459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792931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错误是两层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56048" y="3792931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 AtdError 是 Rust 枚举、本身不带数字码；wire 数字码是 ERR_* 常量（1001-1021），走 Response::Error.code。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573829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573829"/>
            <a:ext cx="64008" cy="63459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4573829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游标分页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56048" y="4573829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大结果带 HMAC-SHA256 签名的 next_cursor，绑定 (tool_id, caller_id, args 指纹, page, ...)；无状态校验、512B 上限、默认 5 分钟 TTL。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354726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5354726"/>
            <a:ext cx="64008" cy="63459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5354726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id 净化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56048" y="5354726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 id 含 : 和 . 会破坏 LLM 函数名槽位；atd-sdk::sanitize 做规范双向变换（ref:fs.read &lt;-&gt; ref_fs_read）。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第三部分 · 架构与设计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wire 与类型 · 工具描述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ToolDefinition —— agent 用来决定「是否 / 如何调用」的契约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ToolSchema 返回完整 ToolDefinition；每个字段都是已发布 schema 的一部分。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5096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46136"/>
              </a:tblGrid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字段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作用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id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&lt;publisher&gt;:&lt;service&gt;.&lt;x&gt;.&lt;y&gt; 命名空间，唯一稳定句柄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description / capability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LLM 看到的自然语言；capability.intent_examples 给 3 条意图短语辅助匹配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input_schema / output_schema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JSON Schema 2020-12，描述参数与返回值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safety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level（Read/Write/Financial/Privacy/Physical/Destructive）+ 是否支持 dry-run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visibility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Read / Write / Dangerous / System / Hidden（Hidden 不进 discover）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required_capabilities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服务端在 dispatch 前强制的能力门禁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tier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Hot / Warm / Cold —— 推导 per-call deadline 与输出预算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resources / bindings / trust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并发上限；binding 协议；publisher + L0-L4 信任等级 + 签名（声明式）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第三部分 · 架构与设计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dispatch —— 一条确定性的调度管线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每个调用都走同一条管线；atd-server 与 atd-server-http 都汇入同一个 dispatch_request 入口。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" y="2499578"/>
            <a:ext cx="0" cy="3221301"/>
          </a:xfrm>
          <a:prstGeom prst="line">
            <a:avLst/>
          </a:prstGeom>
          <a:noFill/>
          <a:ln w="17780">
            <a:solidFill>
              <a:srgbClr val="2C3D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252690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25269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3312" y="2231136"/>
            <a:ext cx="4023360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握手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04688" y="2231136"/>
            <a:ext cx="6117336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接受连接 → Hello 能力门禁，可选 UCAN token 校验，得出 granted_capabilities。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789573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789573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3312" y="2768019"/>
            <a:ext cx="4023360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查表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04688" y="2768019"/>
            <a:ext cx="6117336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收到 RunTool / RunToolContinue → registry.get(tool_id)。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326457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26457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3312" y="3304903"/>
            <a:ext cx="4023360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能力检查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504688" y="3304903"/>
            <a:ext cx="6117336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required_capabilities 不是 granted 的子集 → 拒，ERR_CAPABILITY_DENIED (1001)。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863340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8633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53312" y="3841786"/>
            <a:ext cx="4023360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tier 预算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504688" y="3841786"/>
            <a:ext cx="6117336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 ToolTier 推导 per-call deadline + max_output_bytes，可按调用 / 按 server 覆盖。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400223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400223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53312" y="4378670"/>
            <a:ext cx="4023360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解析密钥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504688" y="4378670"/>
            <a:ext cx="6117336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TokenBroker::resolve(caller_id) → 把 SecretBundle 挂到 CallContext.secrets。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4937107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937107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53312" y="4915553"/>
            <a:ext cx="4023360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binding 调用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504688" y="4915553"/>
            <a:ext cx="6117336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binding.invoke(args, &amp;ctx) 执行工具；游标场景走 call_paginated。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5473990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547399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53312" y="5452437"/>
            <a:ext cx="4023360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middleware + 回复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504688" y="5452437"/>
            <a:ext cx="6117336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egress middleware 管线（脱敏 / FHIR / PII）→ 序列化 ToolResultResponse + 可选 next_cursor。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第三部分 · 架构与设计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安全模型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安全模型 —— 分类、门禁、运行时控制、审计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分类是「描述性元数据」供判断风险；门禁与运行时控制才是真正的强制机制。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231136"/>
            <a:ext cx="540867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32304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2852928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三轴分类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291840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每个工具声明 Safety（6 档）/ Visibility（5 档）/ Trust（L0-L4）。LLM 适配器把 Safety 与 Visibility 透传给 agent 的工具选择器。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13348" y="2231136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3348" y="2231136"/>
            <a:ext cx="540867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092" y="2432304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②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51092" y="2852928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能力 allow-list + UCAN-lite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51092" y="3291840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运营声明的能力字符串 + 客户端可带 JWT 形 UCAN token（Ed25519 签名、did:key 受众、衰减链、撤销）。dispatch 的 granted = 字符串并 UCAN。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66928" y="4229100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229100"/>
            <a:ext cx="5408676" cy="5486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430268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4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③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04672" y="4850892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per-tool 运行时控制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" y="5289804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活在具体工具里：web.fetch 的 SSRF 防护与 header allow-list、fs.edit 的必读后写、shell 的 SIGTERM→SIGKILL 超时、所有工具的 per-tool 信号量。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13348" y="4229100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3348" y="4229100"/>
            <a:ext cx="5408676" cy="54864"/>
          </a:xfrm>
          <a:prstGeom prst="rect">
            <a:avLst/>
          </a:prstGeom>
          <a:solidFill>
            <a:srgbClr val="46D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451092" y="4430268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6D39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④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51092" y="4850892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结构化审计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51092" y="5289804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每次调用发一条 CallEvent 给 AuditSink。参考 sink JsonLinesAuditSink 经有界 mpsc + 专用写任务落 JSONL；on_call 非阻塞；只记 secrets_resolved 布尔，绝不记密钥。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第三部分 · 架构与设计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中间件与扩展点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中间件 + 扩展点 —— 不 fork 参考服务器就能挂载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中间件是 egress 钩子；ATD 的每个扩展点都是 atd-runtime 里的 pub trait，各配一篇 docs/extending/ how-to。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64008" cy="82981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31136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Middleware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56048" y="2231136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on_result(tool_id, &amp;def, &amp;mut Value) —— 可改写 / 剥子树 / 改成错误信封。内置 RedactPaths、FHIR R4 校验、HIPAA PII 脱敏；Server::set_middleware 组合，自上而下跑。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207258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207258"/>
            <a:ext cx="64008" cy="829818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207258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Tool / Binding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3207258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 Tool trait 加一个内置工具（参考 atd-tools-echo）；实现 Binding trait 加一种调用后端（已有 NativeBinding / CliBinding）。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83380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183380"/>
            <a:ext cx="64008" cy="829818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183380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TokenBroker / AuditSink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56048" y="4183380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 TokenBroker 接入 vault / 密钥管理（已有 InMemory / FileTokenBroker）；实现 AuditSink 把审计接到 Kafka / OpenTelemetry。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159502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5159502"/>
            <a:ext cx="64008" cy="829818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5159502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新 transport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56048" y="5159502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写一个 listener crate，把 transport 帧翻成 ClientMessage 并调 dispatch_request —— 无需改 dispatch、无需 fork。改 wire 格式则不是扩展点，是协议变更。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第三部分 · 架构与设计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crate 地图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crate 地图 —— 16 个 crate 的分层与职责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Apache-2.0 单一 workspace；所有可发布 crate 共享一个版本号。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5096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488936"/>
              </a:tblGrid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crate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职责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atd-protocol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wire 类型 + codec + sanitize —— schema 的 Rust 源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atd-sdk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Rust 客户端 SDK：discover / describe / call / call_page / call_all / hello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atd-runtime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服务端核心：Tool / Registry / dispatch / Binding / Middleware / TokenBroker / 审计 / UCAN（transport 无关）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atd-server / atd-server-http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两个 transport：Unix socket listener / HTTP + MCP JSON-RPC + bearer auth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atd-middleware-fhir / -pii-redact-medical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FHIR R4 egress 校验 / HIPAA Safe Harbor PHI 脱敏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atd-tools-{echo,fs,shell,web}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 个内置参考工具 crate；atd-tools-echo 是新工具的范本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atd-cli / atd-ref-server / atd-mcp-bridge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 开发者 CLI / 参考 server binary / MCP-over-stdio 网关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atd-conformance / atd-mock-weather-server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跨实现 conformance fixture 套件 / 跨厂商组合 demo（publish=false）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第三部分 · 架构与设计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188720"/>
            <a:ext cx="182880" cy="10515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11521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50976" y="1463040"/>
            <a:ext cx="10597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第三部分小结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50976" y="261518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54203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schema 是地基：一份机器可读 schema 覆盖全部 wire 词汇，CI 守护漂移。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50976" y="323240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315925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dispatch 是一条确定性管线 —— 握手 → 能力 → tier → 密钥 → binding → middleware，两个 transport 共用入口。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0976" y="384962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261872" y="377647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安全是分层的：描述性分类 + 能力门禁 / UCAN + per-tool 运行时控制 + 结构化审计。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50976" y="446684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439369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扩展点全是 pub trait —— 加工具 / binding / middleware / 鉴权 / 审计 / transport 都无需 fork。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0976" y="5212080"/>
            <a:ext cx="10287000" cy="84124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" y="5212080"/>
            <a:ext cx="64008" cy="8412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225296" y="5212080"/>
            <a:ext cx="9683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架构的目标只有一个：让协议的承诺，在每一层都被同一套类型钉死。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645566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下一部分 · 第四部分：实施案例与集成方法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ATD 技术预览 · 第三部分 · 架构与设计</dc:title>
  <dc:subject>PptxGenJS Presentation</dc:subject>
  <dc:creator>ATD Protocol Contributors</dc:creator>
  <cp:lastModifiedBy>ATD Protocol Contributors</cp:lastModifiedBy>
  <cp:revision>1</cp:revision>
  <dcterms:created xsi:type="dcterms:W3CDTF">2026-05-21T03:27:24Z</dcterms:created>
  <dcterms:modified xsi:type="dcterms:W3CDTF">2026-05-21T03:27:24Z</dcterms:modified>
</cp:coreProperties>
</file>