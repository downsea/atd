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6560" y="182880"/>
            <a:ext cx="566928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0" b="1" dirty="0">
                <a:solidFill>
                  <a:srgbClr val="1F305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04</a:t>
            </a:r>
            <a:endParaRPr lang="en-US" sz="38000" dirty="0"/>
          </a:p>
        </p:txBody>
      </p:sp>
      <p:sp>
        <p:nvSpPr>
          <p:cNvPr id="3" name="Shape 1"/>
          <p:cNvSpPr/>
          <p:nvPr/>
        </p:nvSpPr>
        <p:spPr>
          <a:xfrm>
            <a:off x="566928" y="1993392"/>
            <a:ext cx="182880" cy="27889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950976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50976" y="16276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四 部分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50976" y="210312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实施案例与集成方法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50976" y="411480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怎么接进主流 agent 工具 —— 五条集成路径、三家真实 adopter、</a:t>
            </a: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五分钟上手，以及跨厂商组合。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50976" y="5175504"/>
            <a:ext cx="6035040" cy="0"/>
          </a:xfrm>
          <a:prstGeom prst="line">
            <a:avLst/>
          </a:prstGeom>
          <a:noFill/>
          <a:ln w="12700">
            <a:solidFill>
              <a:srgbClr val="2C3D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530352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agent 平台不用改一行代码 —— 这是协议设计的目标，也是它的验收标准。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50976" y="60899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C9C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Agent Tool Dispatch  ·  中立 · 跨厂商 · 开源 (Apache-2.0)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AGENDA · 本部分导览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本部分内容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9144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18488" y="1783080"/>
            <a:ext cx="420624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五条集成路径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007608" y="1783080"/>
            <a:ext cx="5614416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按你的 agent 说什么协议，对号入座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412492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476500"/>
            <a:ext cx="9144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18488" y="2476500"/>
            <a:ext cx="420624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决策矩阵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007608" y="2476500"/>
            <a:ext cx="5614416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按处境选路径，附主文档指引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105912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169920"/>
            <a:ext cx="9144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18488" y="3169920"/>
            <a:ext cx="420624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框架兼容性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007608" y="3169920"/>
            <a:ext cx="5614416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谁已端到端验证、谁协议兼容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799332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863340"/>
            <a:ext cx="9144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618488" y="3863340"/>
            <a:ext cx="420624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三家 adopter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007608" y="3863340"/>
            <a:ext cx="5614416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healthkit / celia / cbrain —— 三种 transport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492752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556760"/>
            <a:ext cx="9144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618488" y="4556760"/>
            <a:ext cx="420624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publisher 视角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007608" y="4556760"/>
            <a:ext cx="5614416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 healthkit 的失败→修复弧学到什么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186172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5250180"/>
            <a:ext cx="9144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618488" y="5250180"/>
            <a:ext cx="420624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五分钟上手 + 跨厂商组合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007608" y="5250180"/>
            <a:ext cx="5614416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跑起来，再把两家拼到一个 agent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第四部分 · 实施案例与集成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集成路径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五条集成路径 —— 按 agent 说的协议对号入座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 agent 系统都落在五条路径之一，取决于它原生会说哪种协议面。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231136"/>
            <a:ext cx="11055096" cy="634594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231136"/>
            <a:ext cx="64008" cy="63459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2231136"/>
            <a:ext cx="393192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路径 1 · 直连 SDK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956048" y="2231136"/>
            <a:ext cx="6437376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import atd-sdk，自己写 agent loop，直接 discover / describe / call。适合自写 agent loop、Python 或 Rust。已发布。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012034"/>
            <a:ext cx="11055096" cy="634594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3012034"/>
            <a:ext cx="64008" cy="63459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859536" y="3012034"/>
            <a:ext cx="393192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路径 2 · MCP bridge（通用）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956048" y="3012034"/>
            <a:ext cx="6437376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 atd-mcp-bridge 当 MCP 客户端的子进程跑，客户端不知道 ATD 存在。最高杠杆 —— 一个 binary 触达所有成熟 MCP 客户端。已发布、Hermes 实证。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792931"/>
            <a:ext cx="11055096" cy="634594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" y="3792931"/>
            <a:ext cx="64008" cy="634594"/>
          </a:xfrm>
          <a:prstGeom prst="rect">
            <a:avLst/>
          </a:prstGeom>
          <a:solidFill>
            <a:srgbClr val="5B9DF0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" y="3792931"/>
            <a:ext cx="393192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路径 3 · 裸 OpenAI / Anthropic API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956048" y="3792931"/>
            <a:ext cx="6437376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as_openai_tools / as_anthropic_tools 产出 provider 期望的 dict 形状，喂进 SDK 的 tools= 参数。覆盖所有 OpenAI 兼容网关。已发布。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573829"/>
            <a:ext cx="11055096" cy="634594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4573829"/>
            <a:ext cx="64008" cy="634594"/>
          </a:xfrm>
          <a:prstGeom prst="rect">
            <a:avLst/>
          </a:prstGeom>
          <a:solidFill>
            <a:srgbClr val="5B9DF0"/>
          </a:solidFill>
          <a:ln/>
        </p:spPr>
      </p:sp>
      <p:sp>
        <p:nvSpPr>
          <p:cNvPr id="20" name="Text 18"/>
          <p:cNvSpPr/>
          <p:nvPr/>
        </p:nvSpPr>
        <p:spPr>
          <a:xfrm>
            <a:off x="859536" y="4573829"/>
            <a:ext cx="393192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路径 4 · 自研客户端（不支持的语言）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956048" y="4573829"/>
            <a:ext cx="6437376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照 wire spec 写最小客户端（4 字节大端长度前缀 + UTF-8 JSON）。Rust / Python 客户端足够小，可整读作移植参考。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5354726"/>
            <a:ext cx="11055096" cy="634594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928" y="5354726"/>
            <a:ext cx="64008" cy="634594"/>
          </a:xfrm>
          <a:prstGeom prst="rect">
            <a:avLst/>
          </a:prstGeom>
          <a:solidFill>
            <a:srgbClr val="F2B44C"/>
          </a:solidFill>
          <a:ln/>
        </p:spPr>
      </p:sp>
      <p:sp>
        <p:nvSpPr>
          <p:cNvPr id="24" name="Text 22"/>
          <p:cNvSpPr/>
          <p:nvPr/>
        </p:nvSpPr>
        <p:spPr>
          <a:xfrm>
            <a:off x="859536" y="5354726"/>
            <a:ext cx="393192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路径 5 · SKILL.md 平台（规划中）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956048" y="5354726"/>
            <a:ext cx="6437376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 atd-dispatch skill 发布一次即触达 26+ 平台。尚未发布 —— 当前走路径 2（MCP bridge）作为过渡。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第四部分 · 实施案例与集成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决策矩阵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决策矩阵 —— 按你的处境选路径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不必纠结架构 —— 看你在做什么，对号入座。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31136"/>
          <a:ext cx="11055096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1463040"/>
                <a:gridCol w="4654296"/>
              </a:tblGrid>
              <a:tr h="4697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你的处境</a:t>
                      </a:r>
                      <a:endParaRPr lang="en-US" sz="11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0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路径</a:t>
                      </a:r>
                      <a:endParaRPr lang="en-US" sz="11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0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主文档</a:t>
                      </a:r>
                      <a:endParaRPr lang="en-US" sz="11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056"/>
                    </a:solidFill>
                  </a:tcPr>
                </a:tc>
              </a:tr>
              <a:tr h="4697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写 Python agent，用 LangChain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integrations/langchain.md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</a:tr>
              <a:tr h="4697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写 Python agent，用裸 OpenAI / Anthropic SDK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quickstart/python.md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</a:tr>
              <a:tr h="4697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写 Rust agent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quickstart/rust.md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</a:tr>
              <a:tr h="4697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用 Claude Desktop / Claude Code / Cursor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integrations/claude-code.md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</a:tr>
              <a:tr h="4697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用 Hermes Agent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integrations/hermes.md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</a:tr>
              <a:tr h="4697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用其他 MCP 客户端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claude-code.md（模式可迁移）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</a:tr>
              <a:tr h="4697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写 TS / Go / Java agent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 或 2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protocol/wire-format.md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第四部分 · 实施案例与集成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框架兼容性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框架兼容性 —— 谁已验证、谁协议兼容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不要求框架改代码：会说 OpenAI function-calling 走路径 3，会说 MCP 走路径 2。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31136"/>
          <a:ext cx="11055096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2011680"/>
                <a:gridCol w="3922776"/>
              </a:tblGrid>
              <a:tr h="4697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框架 / 客户端</a:t>
                      </a:r>
                      <a:endParaRPr lang="en-US" sz="11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0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路径</a:t>
                      </a:r>
                      <a:endParaRPr lang="en-US" sz="11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0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状态</a:t>
                      </a:r>
                      <a:endParaRPr lang="en-US" sz="11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056"/>
                    </a:solidFill>
                  </a:tcPr>
                </a:tc>
              </a:tr>
              <a:tr h="4697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LangChain / LangGraph / crewAI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46D39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已发布，单测 + 文档示例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</a:tr>
              <a:tr h="4697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OpenAI / Anthropic API 直连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46D39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已发布，单测覆盖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</a:tr>
              <a:tr h="4697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OpenAI 兼容网关（OpenRouter / DeepSeek / Groq）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46D39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已发布，DeepSeek 经 Hermes 实证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</a:tr>
              <a:tr h="4697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Hermes Agent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46D39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已发布，真 LLM 端到端验证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</a:tr>
              <a:tr h="4697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Claude Desktop / Claude Code / Cursor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46D39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已发布，配置文档化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</a:tr>
              <a:tr h="4697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Continue.dev / Cline / Zed / Codex(MCP)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F2B44C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协议兼容，未逐一专测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</a:tr>
              <a:tr h="4697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Go / Java / .NET / TypeScript agent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F47B7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暂无 SDK（TS SDK 规划中）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第四部分 · 实施案例与集成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实施案例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三家真实 adopter —— 三种 transport，三类领域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1.0 不是纸面协议。三家 adopter 分别压测了 Unix socket、HTTP、Python server 三条路径。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738628"/>
            <a:ext cx="3526536" cy="2743200"/>
          </a:xfrm>
          <a:prstGeom prst="rect">
            <a:avLst/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738628"/>
            <a:ext cx="3526536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939796"/>
            <a:ext cx="306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①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04672" y="3360420"/>
            <a:ext cx="3069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healthkit_cli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3799332"/>
            <a:ext cx="306933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Unix socket / atd-server。首家厂商-server adopter。把华为 HMS HealthKit host 成 ATD server —— 25 个 helper-tool + 多租户 + skill 同步。三轮 case study 的主角。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331208" y="2738628"/>
            <a:ext cx="3526536" cy="2743200"/>
          </a:xfrm>
          <a:prstGeom prst="rect">
            <a:avLst/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31208" y="2738628"/>
            <a:ext cx="3526536" cy="54864"/>
          </a:xfrm>
          <a:prstGeom prst="rect">
            <a:avLst/>
          </a:prstGeom>
          <a:solidFill>
            <a:srgbClr val="5B9DF0"/>
          </a:solidFill>
          <a:ln/>
        </p:spPr>
      </p:sp>
      <p:sp>
        <p:nvSpPr>
          <p:cNvPr id="13" name="Text 11"/>
          <p:cNvSpPr/>
          <p:nvPr/>
        </p:nvSpPr>
        <p:spPr>
          <a:xfrm>
            <a:off x="4568952" y="2939796"/>
            <a:ext cx="306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9DF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②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68952" y="3360420"/>
            <a:ext cx="3069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celia_phr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68952" y="3799332"/>
            <a:ext cx="306933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HTTP / atd-server-http。首家云端托管 adopter。个人健康档案系统；用 FHIR R4 + HIPAA PHI 两个 middleware 做医疗 payload 的 egress 校验与脱敏。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8095488" y="2738628"/>
            <a:ext cx="3526536" cy="2743200"/>
          </a:xfrm>
          <a:prstGeom prst="rect">
            <a:avLst/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95488" y="2738628"/>
            <a:ext cx="3526536" cy="54864"/>
          </a:xfrm>
          <a:prstGeom prst="rect">
            <a:avLst/>
          </a:prstGeom>
          <a:solidFill>
            <a:srgbClr val="F2B44C"/>
          </a:solidFill>
          <a:ln/>
        </p:spPr>
      </p:sp>
      <p:sp>
        <p:nvSpPr>
          <p:cNvPr id="18" name="Text 16"/>
          <p:cNvSpPr/>
          <p:nvPr/>
        </p:nvSpPr>
        <p:spPr>
          <a:xfrm>
            <a:off x="8333232" y="2939796"/>
            <a:ext cx="306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B4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③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33232" y="3360420"/>
            <a:ext cx="3069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cbrain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33232" y="3799332"/>
            <a:ext cx="306933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Python server runtime。首家 Python-host adopter —— 工具 host 必须与 MuJoCo 仿真同进程。具身 agent 的 S2 决策层，用 ATD 作 cognitive plane 的工具调度。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第四部分 · 实施案例与集成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实施案例 · 写一个好的 ATD 服务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publisher 视角 —— 从 healthkit 的失败→修复弧学到什么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healthkit_cli 既是首家 adopter，也是「怎么写一个好的 ATD 工具服务」的活教材。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231136"/>
            <a:ext cx="11055096" cy="634594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231136"/>
            <a:ext cx="64008" cy="634594"/>
          </a:xfrm>
          <a:prstGeom prst="rect">
            <a:avLst/>
          </a:prstGeom>
          <a:solidFill>
            <a:srgbClr val="46D39A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2231136"/>
            <a:ext cx="393192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helper-tool 胜过 raw endpoint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956048" y="2231136"/>
            <a:ext cx="6437376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 个许可式 schema 端点（24% 成功率）→ 26 个语义清晰的 helper-tool（95%）。工具面是为 LLM 设计的，不是为程序员。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012034"/>
            <a:ext cx="11055096" cy="634594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3012034"/>
            <a:ext cx="64008" cy="63459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859536" y="3012034"/>
            <a:ext cx="393192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SKILL.md 走 meta-tool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956048" y="3012034"/>
            <a:ext cx="6437376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26 个 SKILL.md 通过 skills.list / skills.get 暴露 + atd skills sync 安装，而不是手抄进平台目录。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792931"/>
            <a:ext cx="11055096" cy="634594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" y="3792931"/>
            <a:ext cx="64008" cy="63459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" y="3792931"/>
            <a:ext cx="393192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Hidden 可见性收编原始端点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956048" y="3792931"/>
            <a:ext cx="6437376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容易让 LLM 困惑的原始端点标 Hidden —— 不进 discover 列表，但仍可按 id 调用，留给调试与运维。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573829"/>
            <a:ext cx="11055096" cy="634594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4573829"/>
            <a:ext cx="64008" cy="634594"/>
          </a:xfrm>
          <a:prstGeom prst="rect">
            <a:avLst/>
          </a:prstGeom>
          <a:solidFill>
            <a:srgbClr val="5B9DF0"/>
          </a:solidFill>
          <a:ln/>
        </p:spPr>
      </p:sp>
      <p:sp>
        <p:nvSpPr>
          <p:cNvPr id="20" name="Text 18"/>
          <p:cNvSpPr/>
          <p:nvPr/>
        </p:nvSpPr>
        <p:spPr>
          <a:xfrm>
            <a:off x="859536" y="4573829"/>
            <a:ext cx="393192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多租户只是加一行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956048" y="4573829"/>
            <a:ext cx="6437376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FileTokenBroker 按 caller_id 路由 token；ServerConfig::token_broker 一行启用 —— 工具自己无需感知多租户。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5354726"/>
            <a:ext cx="11055096" cy="634594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928" y="5354726"/>
            <a:ext cx="64008" cy="634594"/>
          </a:xfrm>
          <a:prstGeom prst="rect">
            <a:avLst/>
          </a:prstGeom>
          <a:solidFill>
            <a:srgbClr val="5B9DF0"/>
          </a:solidFill>
          <a:ln/>
        </p:spPr>
      </p:sp>
      <p:sp>
        <p:nvSpPr>
          <p:cNvPr id="24" name="Text 22"/>
          <p:cNvSpPr/>
          <p:nvPr/>
        </p:nvSpPr>
        <p:spPr>
          <a:xfrm>
            <a:off x="859536" y="5354726"/>
            <a:ext cx="393192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glue 很薄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956048" y="5354726"/>
            <a:ext cx="6437376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healthkit serve 是约 150 行 glue（一半是命令行解析）。协议 + atd-runtime 把能力门禁 / 审计 / 限流 / token 的重活全做掉了。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第四部分 · 实施案例与集成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集成方法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五分钟上手 —— 跑起来，再接进 agent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 clone 到 agent 看见工具，四步。agent 平台不用改一行代码。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" y="2643759"/>
            <a:ext cx="0" cy="2475738"/>
          </a:xfrm>
          <a:prstGeom prst="line">
            <a:avLst/>
          </a:prstGeom>
          <a:noFill/>
          <a:ln w="17780">
            <a:solidFill>
              <a:srgbClr val="2C3D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2396871"/>
            <a:ext cx="493776" cy="493776"/>
          </a:xfrm>
          <a:prstGeom prst="oval">
            <a:avLst/>
          </a:prstGeom>
          <a:solidFill>
            <a:srgbClr val="17233D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396871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53312" y="2231136"/>
            <a:ext cx="4023360" cy="825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跑参考 server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504688" y="2231136"/>
            <a:ext cx="6117336" cy="825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cargo build --release -p atd-ref-server -p atd-cli -p atd-mcp-bridge；atd-ref-server --sock /tmp/atd.sock（自带 10 个内置工具）。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3222117"/>
            <a:ext cx="493776" cy="493776"/>
          </a:xfrm>
          <a:prstGeom prst="oval">
            <a:avLst/>
          </a:prstGeom>
          <a:solidFill>
            <a:srgbClr val="17233D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222117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53312" y="3056382"/>
            <a:ext cx="4023360" cy="825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看一眼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504688" y="3056382"/>
            <a:ext cx="6117336" cy="825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--sock /tmp/atd.sock list / schema ref:fs.read / call ref:echo.say --args '{...}'。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4047363"/>
            <a:ext cx="493776" cy="493776"/>
          </a:xfrm>
          <a:prstGeom prst="oval">
            <a:avLst/>
          </a:prstGeom>
          <a:solidFill>
            <a:srgbClr val="17233D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4047363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53312" y="3881628"/>
            <a:ext cx="4023360" cy="825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接 Hermes / Claude Code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504688" y="3881628"/>
            <a:ext cx="6117336" cy="825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hermes mcp add 或 claude mcp add，命令指向 atd-mcp-bridge、环境给 ATD_SOCK。agent 立刻看到全部工具，按 description + intent_examples 自动选用。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4872609"/>
            <a:ext cx="493776" cy="493776"/>
          </a:xfrm>
          <a:prstGeom prst="oval">
            <a:avLst/>
          </a:prstGeom>
          <a:solidFill>
            <a:srgbClr val="17233D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4872609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53312" y="4706874"/>
            <a:ext cx="4023360" cy="825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写自己的 vendor server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504688" y="4706874"/>
            <a:ext cx="6117336" cy="825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 Tool trait（definition + call）→ 注册进 Registry → Server::new(reg, cfg).run()。参考 atd-mock-weather-server，约 80 行。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53312" y="5678424"/>
            <a:ext cx="10268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桥接靠 atd-mcp-bridge、自写 agent 靠 atd-sdk —— 两条路都不要求改 agent 平台。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第四部分 · 实施案例与集成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集成方法 · cross-vendor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跨厂商组合 —— 一个 agent，多家工具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是协议 —— 同一个 agent 可以同时连 N 个 ATD server，看到的是合并后的工具目录。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231136"/>
            <a:ext cx="11055096" cy="634594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231136"/>
            <a:ext cx="64008" cy="63459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2231136"/>
            <a:ext cx="393192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各自独立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956048" y="2231136"/>
            <a:ext cx="6437376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 ATD server 自己一个 socket、自己一份审计、自己一个 token store —— 互不耦合。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012034"/>
            <a:ext cx="11055096" cy="634594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3012034"/>
            <a:ext cx="64008" cy="63459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859536" y="3012034"/>
            <a:ext cx="393192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合并视图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956048" y="3012034"/>
            <a:ext cx="6437376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agent（或桥）对每个 socket 各跑一次 discover，工具目录自然合并成一个 catalog。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792931"/>
            <a:ext cx="11055096" cy="634594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" y="3792931"/>
            <a:ext cx="64008" cy="634594"/>
          </a:xfrm>
          <a:prstGeom prst="rect">
            <a:avLst/>
          </a:prstGeom>
          <a:solidFill>
            <a:srgbClr val="5B9DF0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" y="3792931"/>
            <a:ext cx="393192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可运行 demo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956048" y="3792931"/>
            <a:ext cx="6437376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scripts/cross-vendor-demo.sh 同时启动 healthkit + atd-mock-weather-server，证明 atd list 对两个 socket 各看到自己的工具。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573829"/>
            <a:ext cx="11055096" cy="634594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4573829"/>
            <a:ext cx="64008" cy="634594"/>
          </a:xfrm>
          <a:prstGeom prst="rect">
            <a:avLst/>
          </a:prstGeom>
          <a:solidFill>
            <a:srgbClr val="F2B44C"/>
          </a:solidFill>
          <a:ln/>
        </p:spPr>
      </p:sp>
      <p:sp>
        <p:nvSpPr>
          <p:cNvPr id="20" name="Text 18"/>
          <p:cNvSpPr/>
          <p:nvPr/>
        </p:nvSpPr>
        <p:spPr>
          <a:xfrm>
            <a:off x="859536" y="4573829"/>
            <a:ext cx="393192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CLI 做不到的关键点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956048" y="4573829"/>
            <a:ext cx="6437376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你无法在一个 CLI 进程里同时 +heartrate 和 +weather.now；ATD 把它折叠成「桥接多个 socket」的一行配置。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5354726"/>
            <a:ext cx="11055096" cy="634594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928" y="5354726"/>
            <a:ext cx="64008" cy="634594"/>
          </a:xfrm>
          <a:prstGeom prst="rect">
            <a:avLst/>
          </a:prstGeom>
          <a:solidFill>
            <a:srgbClr val="46D39A"/>
          </a:solidFill>
          <a:ln/>
        </p:spPr>
      </p:sp>
      <p:sp>
        <p:nvSpPr>
          <p:cNvPr id="24" name="Text 22"/>
          <p:cNvSpPr/>
          <p:nvPr/>
        </p:nvSpPr>
        <p:spPr>
          <a:xfrm>
            <a:off x="859536" y="5354726"/>
            <a:ext cx="393192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典型用例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956048" y="5354726"/>
            <a:ext cx="6437376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「我跑 5km 该穿什么」—— agent 同时查天气 server 与健康 server，把跨厂商的数据合成一条建议。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第四部分 · 实施案例与集成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C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188720"/>
            <a:ext cx="182880" cy="10515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115214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小结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50976" y="1463040"/>
            <a:ext cx="10597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第四部分小结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50976" y="2615184"/>
            <a:ext cx="137160" cy="1371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2542032"/>
            <a:ext cx="1014069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五条集成路径覆盖全部情形：直连 SDK、MCP bridge、裸 provider API、自研客户端、SKILL.md 平台。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50976" y="3232404"/>
            <a:ext cx="137160" cy="1371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1261872" y="3159252"/>
            <a:ext cx="1014069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 bridge 是最高杠杆路径 —— 一个 binary 触达 Hermes / Claude / Cursor 等所有 MCP 客户端。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0976" y="3849624"/>
            <a:ext cx="137160" cy="1371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1261872" y="3776472"/>
            <a:ext cx="1014069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三家 adopter 在生产中压测了三种 transport：healthkit（UDS）、celia（HTTP）、cbrain（Python server）。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50976" y="4466844"/>
            <a:ext cx="137160" cy="1371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1261872" y="4393692"/>
            <a:ext cx="1014069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写一个 ATD server 的 glue 很薄 —— 重活在协议与 runtime 里；上手只需五分钟。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50976" y="5212080"/>
            <a:ext cx="10287000" cy="841248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4" name="Shape 12"/>
          <p:cNvSpPr/>
          <p:nvPr/>
        </p:nvSpPr>
        <p:spPr>
          <a:xfrm>
            <a:off x="950976" y="5212080"/>
            <a:ext cx="64008" cy="8412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5" name="Text 13"/>
          <p:cNvSpPr/>
          <p:nvPr/>
        </p:nvSpPr>
        <p:spPr>
          <a:xfrm>
            <a:off x="1225296" y="5212080"/>
            <a:ext cx="9683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ATD 的集成验收标准很硬：agent 平台不用改一行代码。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50976" y="6455664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C9C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下一部分 · 第五部分：路线与生态发展建议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ATD 技术预览 · 第四部分 · 实施案例与集成</dc:title>
  <dc:subject>PptxGenJS Presentation</dc:subject>
  <dc:creator>ATD Protocol Contributors</dc:creator>
  <cp:lastModifiedBy>ATD Protocol Contributors</cp:lastModifiedBy>
  <cp:revision>1</cp:revision>
  <dcterms:created xsi:type="dcterms:W3CDTF">2026-05-21T03:27:24Z</dcterms:created>
  <dcterms:modified xsi:type="dcterms:W3CDTF">2026-05-21T03:27:24Z</dcterms:modified>
</cp:coreProperties>
</file>