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182880"/>
            <a:ext cx="566928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0" b="1" dirty="0">
                <a:solidFill>
                  <a:srgbClr val="1F305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566928" y="1993392"/>
            <a:ext cx="182880" cy="2788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50976" y="16276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五 部分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0976" y="210312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路线与生态发展建议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50976" y="41148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 冻结了什么、有意没做什么、2.0 会偿还什么 ——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以及把一个参考实现推向一个中立标准，生态该怎么培育。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50976" y="5175504"/>
            <a:ext cx="6035040" cy="0"/>
          </a:xfrm>
          <a:prstGeom prst="line">
            <a:avLst/>
          </a:prstGeom>
          <a:noFill/>
          <a:ln w="12700">
            <a:solidFill>
              <a:srgbClr val="2C3D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53035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1.0 不是功能终点，是稳定起点；生态需要被有意识地培育。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0976" y="6089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C9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Agent Tool Dispatch  ·  中立 · 跨厂商 · 开源 (Apache-2.0)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AGENDA · 本部分导览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本部分内容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9144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18488" y="1783080"/>
            <a:ext cx="420624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1.0 意味着什么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007608" y="1783080"/>
            <a:ext cx="561441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稳定承诺，而非功能里程碑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41249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476500"/>
            <a:ext cx="9144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18488" y="2476500"/>
            <a:ext cx="420624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稳定契约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007608" y="2476500"/>
            <a:ext cx="561441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wire / schema / 扩展 trait 冻结在 1.x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10591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169920"/>
            <a:ext cx="9144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18488" y="3169920"/>
            <a:ext cx="420624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有意为之的「不做」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007608" y="3169920"/>
            <a:ext cx="561441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六项 deferred feature 与加入门槛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9933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863340"/>
            <a:ext cx="9144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18488" y="3863340"/>
            <a:ext cx="420624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已设计未实现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007608" y="3863340"/>
            <a:ext cx="561441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三个候选未来方向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49275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556760"/>
            <a:ext cx="9144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18488" y="4556760"/>
            <a:ext cx="420624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1.0 的已知限制 + 2.0 方向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007608" y="4556760"/>
            <a:ext cx="561441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实现面的真实边缘，债务在一处偿还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18617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5250180"/>
            <a:ext cx="9144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618488" y="5250180"/>
            <a:ext cx="420624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生态发展建议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007608" y="5250180"/>
            <a:ext cx="561441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把参考实现推向中立标准的路径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第五部分 · 路线与生态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1371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路线 · 1.0 的含义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32688" y="1828800"/>
            <a:ext cx="640080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121408"/>
            <a:ext cx="103235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0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1.0 不是一个功能里程碑，而是一个稳定承诺。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" y="4709160"/>
            <a:ext cx="9774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 相对 0.3.0 不引入新功能 —— 它把 0.3.0 的表面声明为稳定：wire 格式、JSON schema、五个 pub 扩展 trait、AtdError 错误码，全部冻结在 1.x 线上。这正是 deferred 工作可以安心 defer 的原因 ——它们都被设计成「可加性的」，adopter 能在 1.0 上放心建设，未来作为 minor 升级平滑获得。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2688" y="6126480"/>
            <a:ext cx="9226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C9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稳定契约：docs/release-plan-v1.0.md · 演进范围：docs/roadmap.md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稳定契约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1.0 稳定契约 —— 冻结了什么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下面四项构成 ATD 1.x 的稳定承诺。adopter 据此决定依赖的安全边界。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540867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231136"/>
            <a:ext cx="5408676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432304"/>
            <a:ext cx="4951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①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4672" y="2852928"/>
            <a:ext cx="49514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wire 格式冻结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291840"/>
            <a:ext cx="495147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1.x 线内，任何 1.0 客户端反序列化不了的改动 —— 删字段、改形状、删枚举变体、重定义错误码 —— 一律等到 2.0。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13348" y="2231136"/>
            <a:ext cx="540867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3348" y="2231136"/>
            <a:ext cx="5408676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6451092" y="2432304"/>
            <a:ext cx="4951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②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51092" y="2852928"/>
            <a:ext cx="49514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schema 同约定冻结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51092" y="3291840"/>
            <a:ext cx="495147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atd-protocol-schema.json 同样：从 1.0 schema 生成的代码能反序列化每一条 1.x 消息。加可选字段 = minor，删 / 改 = major。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66928" y="4229100"/>
            <a:ext cx="540867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4229100"/>
            <a:ext cx="5408676" cy="5486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430268"/>
            <a:ext cx="4951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DF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③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04672" y="4850892"/>
            <a:ext cx="49514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扩展 trait 稳定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" y="5289804"/>
            <a:ext cx="495147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 / Binding / Middleware / TokenBroker / AuditSink 五个 pub trait 稳定 —— 针对 1.0 写的扩展，跨整个 1.x 线继续编译。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213348" y="4229100"/>
            <a:ext cx="540867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3348" y="4229100"/>
            <a:ext cx="5408676" cy="5486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23" name="Text 21"/>
          <p:cNvSpPr/>
          <p:nvPr/>
        </p:nvSpPr>
        <p:spPr>
          <a:xfrm>
            <a:off x="6451092" y="4430268"/>
            <a:ext cx="4951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DF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④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51092" y="4850892"/>
            <a:ext cx="49514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版本与 MSRV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51092" y="5289804"/>
            <a:ext cx="495147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workspace 锁步版本贯穿 1.x；MSRV 锁定 Rust 1.85；错误码 1000-1099 语义稳定。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第五部分 · 路线与生态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演进范围 · 非目标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有意为之的「不做」—— 六项 deferred feature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每一项都是「有意缺席」—— 既没 ship、也不是扩展点。加入的门槛统一是「具体的 adopter 需求」。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31136"/>
          <a:ext cx="11055096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854696"/>
              </a:tblGrid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功能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为什么 deferred / 加入门槛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多设备路由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agent 框架的事；ATD 给每个设备一个干净端点就停。门槛：dispatch 真的无法表达成「一连接一端点」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分布式 session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迁移 / fork / 交接。设计面太宽，现在猜会定出没人要的 wire。门槛：有真实迁移需求的 adopter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工具签名验证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需要协议未规定的 PKI。门槛：有真实签名管线的 adopter —— wire 形状已预留，可无破坏补上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REST / AppFunction binding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Binding trait 能 host，参考实现不 bless 任何一种。门槛：照 trait 实现真实后端的 adopter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per-tool dry-run 预览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v1 的 dry-run 是服务端短路；per-tool 预览是更丰富契约。门槛：有有意义预览路径的工具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per-tool 限流强制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max_concurrent 已强制（信号量）；rate_limit_per_min 加 token-bucket 直接但未建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第五部分 · 路线与生态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演进范围 · designed but unimplemented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已设计、未实现 —— 三个候选未来方向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三份 SP 设计写到了完整深度但未实现；归档在 docs/archive/superpowers/。它们仍是候选方向，需 adopter 信号触发。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738628"/>
            <a:ext cx="3526536" cy="274320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738628"/>
            <a:ext cx="3526536" cy="5486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939796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DF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①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4672" y="3360420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Agent identity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799332"/>
            <a:ext cx="3069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did:agent —— 在今天自由文本、不可验证的 Hello.client_id 之上加一层跨厂商身份。让受监管的工具服务能按「哪个厂商签的、哪个 build」门禁。ATD 只贡献一个 DidResolver trait。无 wire 改动。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1208" y="2738628"/>
            <a:ext cx="3526536" cy="274320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31208" y="2738628"/>
            <a:ext cx="3526536" cy="5486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13" name="Text 11"/>
          <p:cNvSpPr/>
          <p:nvPr/>
        </p:nvSpPr>
        <p:spPr>
          <a:xfrm>
            <a:off x="4568952" y="2939796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DF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②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68952" y="3360420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Secret bootstrap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68952" y="3799332"/>
            <a:ext cx="3069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启动时的密钥传输，与 TokenBroker 正交 —— 父进程怎么把 bootstrap 密钥交给刚 spawn 的子 server，不经 argv / env / 磁盘。把一个 adopter 已在用的 0600-socket 握手泛化成 runtime 模块。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095488" y="2738628"/>
            <a:ext cx="3526536" cy="274320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5488" y="2738628"/>
            <a:ext cx="3526536" cy="5486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18" name="Text 16"/>
          <p:cNvSpPr/>
          <p:nvPr/>
        </p:nvSpPr>
        <p:spPr>
          <a:xfrm>
            <a:off x="8333232" y="2939796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DF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③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33232" y="3360420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Streamable HTTP 尾巴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33232" y="3799332"/>
            <a:ext cx="3069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核心（atd-server-http、MCP 翻译、bearer）已在 0.3.0 ship；未实现的是 spec 尾巴：Mcp-Session-Id 粘性会话、Last-Event-ID 可恢复、TLS 终止、OAuth 2.1 签发。URL 空间已预留。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第五部分 · 路线与生态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演进范围 · 已知限制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1.0 的已知限制 —— 实现面的真实边缘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几个表面比类型签名暗示的窄。它们不是 bug —— 是 1.0 有意画下的 stop-line，逐项有 issue 跟踪。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31136"/>
          <a:ext cx="11055096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46136"/>
              </a:tblGrid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限制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细节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rate_limit_per_min 仅声明式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schema 里有、每个工具都声明，但无代码路径强制；max_concurrent 经信号量是强制的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单 binding 路由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ToolDefinition 带 Vec&lt;ToolBinding&gt;、wire 上有 preferred_binding，但 dispatch 永远路由到第一个声明的 binding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工具签名仅声明式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ToolTrust::signature 与 TrustLevel 是描述性元数据；runtime 不验签 —— trust 等级是 honor-system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dry-run 仅服务端短路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dispatcher 兑现（合成 tool_result、工具不执行）；不路由进工具自己的预览路径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无 session / cancel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SDK 没有 session() / cancel()，服务端无 session 状态机 —— 一个连接就是一个 session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Python 类型手抄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python 的 types.py 是手写、非从 schema 生成；漂移只由集成测试兜底，切换为生成式是 1.0 后工作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第五部分 · 路线与生态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演进范围 · post-1.0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2.0 会带来什么 —— 债务在一处偿还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1.x 冻结 wire；任何 wire-breaking 改动都等到 2.0 —— 这让 §1 / §2 的 deferred 工作可以安心 defer。当前没有 2.0 计划，以下只固定「原则」。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11055096" cy="82981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231136"/>
            <a:ext cx="64008" cy="82981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31136"/>
            <a:ext cx="39319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可加 = minor，破坏 = major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956048" y="2231136"/>
            <a:ext cx="6437376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新可选字段 / 新枚举变体 / 新错误码 / 新工具 / 新 pub trait 走 1.x minor；删除 / 重塑 / 语义重定义等到 2.0。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207258"/>
            <a:ext cx="11055096" cy="82981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207258"/>
            <a:ext cx="64008" cy="829818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207258"/>
            <a:ext cx="39319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多 binding dispatch 成一等契约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56048" y="3207258"/>
            <a:ext cx="6437376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 preferred_binding 真正生效，可能重塑 ToolBinding 选择 —— 不再是 1.x 的「第一个 binding 胜出」。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83380"/>
            <a:ext cx="11055096" cy="82981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4183380"/>
            <a:ext cx="64008" cy="829818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4183380"/>
            <a:ext cx="39319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枚举扩展批量进 major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56048" y="4183380"/>
            <a:ext cx="6437376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 BindingProtocol / ToolTier 变体对严格反序列化器是 wire-breaking，因此批量进一个 major。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5159502"/>
            <a:ext cx="11055096" cy="82981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5159502"/>
            <a:ext cx="64008" cy="829818"/>
          </a:xfrm>
          <a:prstGeom prst="rect">
            <a:avLst/>
          </a:prstGeom>
          <a:solidFill>
            <a:srgbClr val="F2B44C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" y="5159502"/>
            <a:ext cx="39319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per-crate 独立版本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956048" y="5159502"/>
            <a:ext cx="6437376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1.x 锁步版本；2.0 是重新考虑「稳定 crate 能否独立版本化」的自然节点。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第五部分 · 路线与生态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1371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生态发展建议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32688" y="1828800"/>
            <a:ext cx="640080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121408"/>
            <a:ext cx="103235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0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协议成立只是起点。ATD 要成为标准，靠的是生态 ——</a:t>
            </a:r>
            <a:endParaRPr lang="en-US" sz="3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0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而生态需要被有意识地培育。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" y="4709160"/>
            <a:ext cx="9774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下面六条建议，是把「一个能跑、文档完备的参考实现」推向「一个被多方采纳的中立标准」的路径。它们的共同前提只有一个：ATD 必须始终保持中立。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2688" y="6126480"/>
            <a:ext cx="9226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C9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ATD · Agent Tool Dispatch · Apache-2.0 · 零厂商耦合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生态发展建议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六条生态发展建议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从参考实现到中立标准，按杠杆从高到低。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352653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231136"/>
            <a:ext cx="3526536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432304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4672" y="2852928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多语言 SDK，优先 TypeScript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291840"/>
            <a:ext cx="30693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目前只有 Rust + Python。schema 机器可读 → SDK 可从 atd-protocol-schema.json 生成。优先 TypeScript（覆盖最大 agent 生态），再 Go / Java / Swift。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1208" y="2231136"/>
            <a:ext cx="352653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31208" y="2231136"/>
            <a:ext cx="3526536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4568952" y="2432304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68952" y="2852928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conformance 作为互操作硬门槛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68952" y="3291840"/>
            <a:ext cx="30693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atd-conformance 是跨实现 fixture 语料。把「过 conformance」立为「声称兼容 ATD」的准入标准 —— 这是生态健康的地基。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095488" y="2231136"/>
            <a:ext cx="352653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5488" y="2231136"/>
            <a:ext cx="3526536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8333232" y="2432304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33232" y="2852928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落地 SKILL.md 平台路径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33232" y="3291840"/>
            <a:ext cx="30693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 atd-dispatch skill 发布一次即触达 26+ 平台（集成路径 5）。目前未发布 —— 这是生态扩张最高杠杆的近期项。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66928" y="4229100"/>
            <a:ext cx="352653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4229100"/>
            <a:ext cx="3526536" cy="5486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430268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DF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04672" y="4850892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成立跨厂商工作组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5289804"/>
            <a:ext cx="30693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identity（did:agent）、能力命名等公约，roadmap 已明确定位为「跨厂商工作组交付物」。生态成熟需要一个中立治理体来推进。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331208" y="4229100"/>
            <a:ext cx="352653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31208" y="4229100"/>
            <a:ext cx="3526536" cy="5486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28" name="Text 26"/>
          <p:cNvSpPr/>
          <p:nvPr/>
        </p:nvSpPr>
        <p:spPr>
          <a:xfrm>
            <a:off x="4568952" y="4430268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DF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568952" y="4850892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真正发布到 crates.io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68952" y="5289804"/>
            <a:ext cx="30693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 后按 release-plan-v1.0 的 checklist publish；让 adopter 从 path-dep 转向版本化依赖，把接入门槛降到 cargo add。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095488" y="4229100"/>
            <a:ext cx="352653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95488" y="4229100"/>
            <a:ext cx="3526536" cy="5486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33" name="Text 31"/>
          <p:cNvSpPr/>
          <p:nvPr/>
        </p:nvSpPr>
        <p:spPr>
          <a:xfrm>
            <a:off x="8333232" y="4430268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DF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06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333232" y="4850892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沉淀 adopter 案例与反模式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33232" y="5289804"/>
            <a:ext cx="30693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设计哲学是活文档。鼓励 adopter 公开案例（如 healthkit case study）、把新反模式 PR 回去 —— 让踩过的坑变成生态的复利。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第五部分 · 路线与生态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188720"/>
            <a:ext cx="182880" cy="10515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115214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50976" y="1463040"/>
            <a:ext cx="10597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结语 · 五个部分，一条主线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50976" y="2615184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2542032"/>
            <a:ext cx="10140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必要性 —— 工具碎片化是 agent 可靠性的隐形天花板；CLI / MCP / REST 都不为「LLM 可靠调度」而设计。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50976" y="3108960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3035808"/>
            <a:ext cx="10140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设计原则 —— 七条原则一条主线：单一真相源、显式、可发现、可观测、可恢复。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0976" y="3602736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1261872" y="3529584"/>
            <a:ext cx="10140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 —— 一份 schema、一条确定性 dispatch 管线、分层安全、全 pub-trait 扩展点。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50976" y="4096512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261872" y="4023360"/>
            <a:ext cx="10140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集成 —— 五条路径、三家生产 adopter、agent 平台零改动。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50976" y="4590288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261872" y="4517136"/>
            <a:ext cx="10140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路线 —— 1.0 冻结稳定面；演进靠 adopter 信号；生态靠有意识培育。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50976" y="5212080"/>
            <a:ext cx="10287000" cy="84124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950976" y="5212080"/>
            <a:ext cx="64008" cy="8412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1225296" y="5212080"/>
            <a:ext cx="9683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ATD 的生态价值，前提是它保持中立 —— 不绑死任一 agent 或工具厂商。这是它能成为标准的唯一条件。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50976" y="645566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C9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ATD · Agent Tool Dispatch · github.com/downsea/atd · Apache-2.0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ATD 技术预览 · 第五部分 · 路线与生态</dc:title>
  <dc:subject>PptxGenJS Presentation</dc:subject>
  <dc:creator>ATD Protocol Contributors</dc:creator>
  <cp:lastModifiedBy>ATD Protocol Contributors</cp:lastModifiedBy>
  <cp:revision>1</cp:revision>
  <dcterms:created xsi:type="dcterms:W3CDTF">2026-05-21T03:27:24Z</dcterms:created>
  <dcterms:modified xsi:type="dcterms:W3CDTF">2026-05-21T03:27:24Z</dcterms:modified>
</cp:coreProperties>
</file>