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76" r:id="rId8"/>
    <p:sldId id="275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0"/>
            <a:ext cx="146304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0"/>
            <a:ext cx="137160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kern="0" spc="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Tool Dispatch Protocol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68580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vendor 中立的 agent ↔ 工具调度协议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28016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8328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  ·  Apache-2.0  ·  github.com/downsea/atd-mvp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个真跑过的 Hermes case study  ·  实证驱动 · 不是 marketing talk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q1: 5K体能 ✓  ·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周对比 ✓  ·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步数挑战 ✓  ·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健康日报 ✓  ·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v1.4.0 医生视角 ✓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问题 + ATD 是什么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调用工具的现状碎片化；ATD 在协议层 ship 了缺的能力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4775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4775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391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问题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0495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CLI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79270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user 要 N 进程; agent 要靠 --help 猜命令; 无审计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218182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492502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server 侧 capability gate / rate limit / multi-tenant / audit 标准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93141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Per-vendor 自研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05734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vendor 重写 capability/audit/rate limit/token 管理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644646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散落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918966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在各 agent 平台目录, vendor 没有标准方式推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04775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047750"/>
            <a:ext cx="73152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1391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怎么解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50495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5-msg wire 协议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779270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/ Ping / ToolList / ToolSchema / RunTool — 跨语言中立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46320" y="2218182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runtime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492502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gate · rate limit · audit · TokenBroker · visibility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6320" y="293141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 兼容现有 MCP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3205734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atd-mcp-bridge: Hermes/Claude/Cursor 不改一行就能用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3644646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公约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918966"/>
            <a:ext cx="3703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&lt;x&gt;.skills.list/get + atd skills sync 推到 agent 平台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Case Study 总览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全部真跑过 Hermes + DeepSeek-chat — transcript / audit log 公开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3470"/>
            <a:ext cx="822960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3470"/>
            <a:ext cx="594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09347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版本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109347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概要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347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78040" y="109347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04950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504950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504950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150495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1504950"/>
            <a:ext cx="3246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我想跑个 5 公里, 帮我评估今天身体状态适不适合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1504950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ATD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 HRV ✗)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178040" y="1504950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绿灯放行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071878"/>
            <a:ext cx="822960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071878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071878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2071878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1720" y="2071878"/>
            <a:ext cx="3246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对比本周和上周心率/步数/卡路里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0" y="2071878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ATD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+ 3 Python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78040" y="2071878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完整周对比表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2638806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638806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2638806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97280" y="2638806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31720" y="2638806"/>
            <a:ext cx="3246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帮我创建一个本周步数挑战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0" y="2638806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ATD + 1 cron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Python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178040" y="2638806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33,424/70K + 调整建议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205734"/>
            <a:ext cx="822960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205734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3205734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97280" y="320573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v1.2.0 q4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331720" y="3205734"/>
            <a:ext cx="3246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生成今天的健康日报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0" y="3205734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ATD parallel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 skill_view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178040" y="3205734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指标日报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772662"/>
            <a:ext cx="8229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772662"/>
            <a:ext cx="54864" cy="5303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3772662"/>
            <a:ext cx="457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97280" y="3772662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v1.4.0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331720" y="3772662"/>
            <a:ext cx="3246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从医生角度详细分析最近两个月的心率数据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0" y="3772662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ATD + 8 CLI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178040" y="3772662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医生视角报告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 </a:t>
            </a:r>
            <a:r>
              <a:rPr lang="zh-CN" alt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截图（</a:t>
            </a:r>
            <a:r>
              <a:rPr lang="en-US" altLang="zh-CN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</a:t>
            </a:r>
            <a:r>
              <a:rPr lang="zh-CN" alt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）</a:t>
            </a:r>
            <a:endParaRPr lang="zh-CN" altLang="en-US" sz="2400" b="1" dirty="0">
              <a:solidFill>
                <a:srgbClr val="21295C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全部真跑过 Hermes + DeepSeek-chat — transcript / audit log 公开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  <p:pic>
        <p:nvPicPr>
          <p:cNvPr id="5" name="图片 4" descr="hermesv3.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870" y="1188085"/>
            <a:ext cx="3529330" cy="3327400"/>
          </a:xfrm>
          <a:prstGeom prst="rect">
            <a:avLst/>
          </a:prstGeom>
        </p:spPr>
      </p:pic>
      <p:pic>
        <p:nvPicPr>
          <p:cNvPr id="6" name="图片 5" descr="屏幕截图_20260430_0828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8470" y="1188085"/>
            <a:ext cx="4058285" cy="3327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 </a:t>
            </a:r>
            <a:r>
              <a:rPr lang="zh-CN" alt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截图（</a:t>
            </a:r>
            <a:r>
              <a:rPr lang="en-US" altLang="zh-CN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</a:t>
            </a:r>
            <a:r>
              <a:rPr lang="zh-CN" alt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）</a:t>
            </a:r>
            <a:endParaRPr lang="zh-CN" altLang="en-US" sz="2400" b="1" dirty="0">
              <a:solidFill>
                <a:srgbClr val="21295C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全部真跑过 Hermes + DeepSeek-chat — transcript / audit log 公开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  <p:pic>
        <p:nvPicPr>
          <p:cNvPr id="48" name="图片 47" descr="屏幕截图_20260430_0829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080" y="1019175"/>
            <a:ext cx="4075430" cy="3782695"/>
          </a:xfrm>
          <a:prstGeom prst="rect">
            <a:avLst/>
          </a:prstGeom>
        </p:spPr>
      </p:pic>
      <p:pic>
        <p:nvPicPr>
          <p:cNvPr id="49" name="图片 48" descr="屏幕截图_20260430_0829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010" y="1019175"/>
            <a:ext cx="4047490" cy="3782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1 · v1.2.0 q1 — 5公里跑步可行性评估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+ DeepSeek; agent 自动选 ATD 工具串联多个数据源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490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4902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1049020"/>
            <a:ext cx="67665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我想跑个 5 公里, 帮我评估一下今天身体状态适不适合.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891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891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805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0822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huawei:hms.healthkit.heartrate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3291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huawei:hms.healthkit.restinghr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760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huawei:hms.healthkit.sleep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8229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huawei:hms.healthkit.stress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0698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huawei:hms.healthkit.hrv  (HMS 拒)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3167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636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 调用并行 (单次 round-trip)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105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 success + 1 invalid_args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5739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HRV 失败不影响结论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891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891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7805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0822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身体状况评估 — 适合跑 5K 吗?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3291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5760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静息心率 61 bpm — 正常健康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8229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压力值 26 — 身体很放松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0698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睡眠 6h40m — 昨晚无中途醒来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3167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当前 HR 98 bpm — 状态稳定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5636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8105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绿灯放行, 注意补水 + 控制配速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739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(失败的 HRV 路径不影响总结论)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4323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4323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6151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4323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6151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4323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拿到数据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6151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round-trip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44323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决策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6151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✓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2 · v1.2.0 q2 — 本周 vs 上周健康数据对比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串联多源数据 + execute_code 做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363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3632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1036320"/>
            <a:ext cx="67665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对比本周和上周的心率、静息心率、步数、卡路里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764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764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67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0695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huawei:hms.healthkit.heartrate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3164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huawei:hms.healthkit.restinghr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633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huawei:hms.healthkit.steps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8102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huawei:hms.healthkit.calories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0571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3040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(Python)  ×3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509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日期解析 / 周分组 / 统计聚合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978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4469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 ATD success + 0 retry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764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764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767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0695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给你完整的周对比分析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3164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5633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周日均: HR 79 / RHR 64 / 5,214 步 / 318 kcal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8102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周四 HR 峰值 153 (强度最大)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0571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周三 RHR 最低 63 bpm (心肺最佳)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3040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周六步数最高 6,825 (户外活动)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5509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978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本周 vs 上周: RHR 下降 -6 bpm,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4469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步数 −7%, 卡路里 −9%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4196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4196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6024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4196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6024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4196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分析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6024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44196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数据维度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6024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metric × 2 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3 · v1.2.0 q3 — 本周步数挑战 + cron 推送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拿数据 + cronjob 设定时推送 + Python 算进度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236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2362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1023620"/>
            <a:ext cx="67665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帮我创建一个本周步数挑战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637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637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551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0568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📚 skill_view huawei-healthkit-analysis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3037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huawei:hms.healthkit.healthkit-overview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506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huawei:hms.healthkit.steps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975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 算进度)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0444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⏰ cronjob create 本周步数挑战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913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382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 ATD + 1 cron + 1 Python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851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共 0 retry (skill 引导一次成型)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6637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66370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7551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0568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本周步数挑战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3037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25506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目标: 70,000 步 / 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7975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已完成: 33,424 / 70,000 = 47.7%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0444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2913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每天早 8:00 自动推送进度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5382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建议下调到 40K/周(日均~5.7K)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7851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先突破日均 5K, 再挑战 10K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4069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146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辅助工具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146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+ cron + py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cron 已创建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294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提议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294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70K → 40K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4 · v1.2.0 q4 — 完整健康日报 (10 指标并行)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一次拉 10 个 ATD 工具, 生成结构化日报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1727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1727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1017270"/>
            <a:ext cx="67665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生成今天的健康日报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5735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5735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487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工具调用序列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05054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📚 skill_view huawei-healthkit-analysis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29743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huawei:hms.healthkit.healthkit-overview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4431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heartrate    ✓ restinghr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9120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steps        ✓ calories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03809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sleep        ✓ spo2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8498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distance     ✓ stress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3187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activeminutes ✓ vo2max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7875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(聚合 + 7 日基线)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2564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10 ATD parallel + 1 skill + py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65735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657350"/>
            <a:ext cx="73152" cy="2606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7487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05054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今日健康概览 (vs 7日基线)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29743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54431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RHR 61 — 良好(基线 65)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79120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步数 2,140 — 走低(基线 4,775)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03809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睡眠 6.7h — 略低(推荐 7-8h)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28498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SpO2 98% — 稳定优秀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53187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压力 42 — 正常可控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77875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402564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建议: 今日步数偏低, 出门走动一下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40055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40055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458343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14600" y="440055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14600" y="458343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440055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并行执行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458343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round-trip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629400" y="440055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指标维度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629400" y="458343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5 · v1.4.0 — 医生视角心率分析 (ATD vs CLI 头对头)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 Hermes session, 两个 surface 都摆好 → ATD 严格胜出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23620"/>
            <a:ext cx="8229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2362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FA1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用户 Prompt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783080" y="1023620"/>
            <a:ext cx="67665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从医生角度详细分析一下我最近两个月的心率数据, 给出具体的建议.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637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663700"/>
            <a:ext cx="73152" cy="2606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551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path  vs  CLI fallback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0568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ATD heartrate {days:60}  1169ms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3037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ATD restinghr {days:60}   438ms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506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 然后 fall through ──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7975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terminal +heartrate (错 wrapper)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0444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healthkit --help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2913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+heartrate --days 60 (HMS 拒)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5382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+heartrate --days 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7851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--offset (flag 不存在 ×2)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3199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for-loop 8 周 --start/--end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27888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🐍 execute_code (Python 分析)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1663700"/>
            <a:ext cx="40233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663700"/>
            <a:ext cx="73152" cy="2606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7551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实际回复（摘录）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05689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心率数据分析 — 医生视角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230378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55066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RHR 平均 65.9 bpm — 良好(60-70)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79755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日均 HR 84 bpm — 正常偏高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04444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第3天峰值 153 (运动区)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291332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第7天最低 41 (低于 50, 监测)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538220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785108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建议: 7-8h 睡眠 / 中等有氧 3-5×/周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4031996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若 RHR 持续爬至 75+ 建议就医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4278884"/>
            <a:ext cx="37033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心悸 / 头晕 → 24h Holter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406900"/>
            <a:ext cx="82296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调用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5146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fallback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5146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总耗时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629400" y="4406900"/>
            <a:ext cx="2057400" cy="2057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走错路径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629400" y="4589780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协议核心抽象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wire messages + ToolDefinition + per-call CallContext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22350"/>
            <a:ext cx="8229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22350"/>
            <a:ext cx="73152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13790"/>
            <a:ext cx="7955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Wire Messages (length-prefixed JSON over Unix socket)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406398"/>
            <a:ext cx="79552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{ client_id, requested_capabilities }   →  HelloAck { granted, server_version, supported_tiers }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40080" y="1589278"/>
            <a:ext cx="79552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                                         →  Pong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1772158"/>
            <a:ext cx="79552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ToolList                                      →  ToolListResponse { tools: [ToolSummary] 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955038"/>
            <a:ext cx="79552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ToolSchema { tool_id }                        →  ToolSchemaResponse { schema: ToolDefinition 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137918"/>
            <a:ext cx="79552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RunTool { tool_id, args, dry_run }            →  ToolResultResponse { result, success } | Error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531110"/>
            <a:ext cx="40233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31110"/>
            <a:ext cx="73152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2255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ToolDefinition (declarative metadata)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2942590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— &lt;publisher&gt;:&lt;service&gt;.&lt;x&gt;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134614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     — LLM-facing 自然语言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326638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intent_examples — 3 短语帮匹配意图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518662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input_schema    — JSON Schema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710686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safety.level    — Read..Destructive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902710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visibility      — Hidden / Read / Write /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4094734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required_capabilities — server gate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286758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           — Hot / Warm / Cold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2531110"/>
            <a:ext cx="40233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531110"/>
            <a:ext cx="73152" cy="2011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62255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CallContext (per-call ctx)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942590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cwd, max_output_bytes, call_id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134614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             — 由 tier 推导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326638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capabilities         — Hello 协商的 granted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518662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tier: ToolTier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710686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caller_id            — 来自 Hello.client_id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902710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              — 来自 TokenBroker (v0.3.0)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4094734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Option&lt;Arc&lt;SecretBundle&gt;&gt;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4286758"/>
            <a:ext cx="3703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read_tracker         — 跨 connection 共享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模块架构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crates · 共享 atd-protocol · 客户端 / 服务端两侧分别落地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871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87120"/>
            <a:ext cx="73152" cy="2743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6027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客户端 / 集成层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5443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atd-mcp-bridge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80035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· MCP/stdio ↔ ATD wire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09296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atd-cli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34899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· `atd list/schema/call`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64160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atd-sdk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289763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 · AtdClient + adapters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19024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adapters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462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langchain helpers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1840" y="10871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087120"/>
            <a:ext cx="73152" cy="27432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116027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共享 wire 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154432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atd-protocol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186436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5 wire messages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2147824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ToolDefinition / Summary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2431288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CallContext / SecretBundle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74720" y="271475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ToolResult / errors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74720" y="299821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wire framing (length-prefix)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74720" y="328168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sanitize (id 非法字符)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1087120"/>
            <a:ext cx="2697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1087120"/>
            <a:ext cx="73152" cy="2743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116027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服务端 / 工具层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15443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atd-runtime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309360" y="1800352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· capability · rate limit · audit · TokenBroker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09360" y="209296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atd-server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09360" y="2348992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Unix socket listener (uses runtime)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264160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atd-tools-{echo,fs,shell,web}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09360" y="2897632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工具 (4 crates)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09360" y="319024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atd-ref-server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09360" y="3446272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· 自带的 demo server (uses tools)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949192"/>
            <a:ext cx="8229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0080" y="3994912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跨 vendor demo / 测试 / 第三方 adopter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4196080"/>
            <a:ext cx="7955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atd-mock-weather-server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 vendor 组合 demo  ·  </a:t>
            </a:r>
            <a:r>
              <a:rPr lang="en-US" sz="95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atd-conformance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 fixtures  ·  </a:t>
            </a:r>
            <a:r>
              <a:rPr lang="en-US" sz="9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healthkit_cli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外部 adopter (使用 atd-server + atd-runtime)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实测部署: healthkit ATD + Hermes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两进程 · 一 Unix socket · 一 OAuth · 一 audit log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554480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 Agent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DeepSeek-chat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driver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57400" y="1508760"/>
            <a:ext cx="50292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20700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stdio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783080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207008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atd-mcp-bridge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06040" y="1481328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MCP↔wire 翻译器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子进程 (spawn)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34840" y="1508760"/>
            <a:ext cx="50292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170432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Unix socket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/tmp/hk.sock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983480" y="1188720"/>
            <a:ext cx="182880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2070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 serve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1481328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server (vendor)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0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tools 注册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0" y="1508760"/>
            <a:ext cx="50292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120700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OAuth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406640" y="1188720"/>
            <a:ext cx="1280160" cy="8686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20700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HMS REST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06640" y="1481328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(external)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468880"/>
            <a:ext cx="73152" cy="1874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25237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OAuth token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77977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~/.config/healthkit/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66928" y="298094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token.json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66928" y="3182112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(fallback)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66928" y="3383280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/tmp/hk-tokens/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" y="3584448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agent-A.json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66928" y="378561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agent-B.json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66928" y="398678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(multi-tenant)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60604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606040" y="2468880"/>
            <a:ext cx="73152" cy="1874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15768" y="25237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grant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15768" y="277977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healthkit serve \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15768" y="298094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--grant-capability \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715768" y="3182112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healthkit:read \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715768" y="3383280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--grant-capability \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2715768" y="3584448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healthkit:write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15768" y="378561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715768" y="398678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(server allow-list)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5488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54880" y="2468880"/>
            <a:ext cx="73152" cy="18745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5237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 (JSONL)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64608" y="277977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/tmp/hk-audit.jsonl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64608" y="298094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ts, call_id,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864608" y="3182112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tool_id, caller_id,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864608" y="3383280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granted_capabilities,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864608" y="3584448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outcome, duration_ms,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864608" y="378561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secrets_resolved }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864608" y="398678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tail -f | jq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903720" y="2468880"/>
            <a:ext cx="205740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903720" y="2468880"/>
            <a:ext cx="73152" cy="1874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13448" y="25237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 注册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013448" y="277977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hermes mcp add \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013448" y="298094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healthkit \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013448" y="3182112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--command \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013448" y="3383280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atd-mcp-bridge \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7013448" y="3584448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--env \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013448" y="3785616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ATD_SOCK=...sock \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013448" y="3986784"/>
            <a:ext cx="1874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ATD_REQUEST_CAPS=...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完整交互时序 — Case v1.4.0 心率分析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从用户 prompt 到 audit log: ATD 在每一步做了什么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47750"/>
            <a:ext cx="182880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4775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/ LLM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31720" y="1047750"/>
            <a:ext cx="182880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31720" y="104775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atd-mcp-bridge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1047750"/>
            <a:ext cx="228600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104775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 serve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(atd-runtime)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047750"/>
            <a:ext cx="2148840" cy="36576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04775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外部 / 副效果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504950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504950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1541526"/>
            <a:ext cx="54864" cy="146304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1504950"/>
            <a:ext cx="811987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用户 prompt: "从医生角度…最近两个月心率"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1724406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1760982"/>
            <a:ext cx="54864" cy="1463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1724406"/>
            <a:ext cx="811987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 决定: 调 mcp_healthkit_*.heartrate {days:60}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1943862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1943862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331720" y="1980438"/>
            <a:ext cx="54864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41448" y="1943862"/>
            <a:ext cx="624535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Hermes → bridge: MCP tools/call (stdio)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2163318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331720" y="2199894"/>
            <a:ext cx="54864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41448" y="2163318"/>
            <a:ext cx="624535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 → server: RunTool 帧 (length-prefixed JSON)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382774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382774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206240" y="2419350"/>
            <a:ext cx="54864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15968" y="2382774"/>
            <a:ext cx="4370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Capability gate: granted ⊇ healthkit:read ✓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2602230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206240" y="2638806"/>
            <a:ext cx="54864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5968" y="2602230"/>
            <a:ext cx="4370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limit: try_acquire_owned() 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2821686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21686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206240" y="2858262"/>
            <a:ext cx="54864" cy="1463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15968" y="2821686"/>
            <a:ext cx="4370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TokenBroker.resolve("atd-mcp-bridge") → SecretBundle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3041142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537960" y="3077718"/>
            <a:ext cx="54864" cy="14630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47688" y="3041142"/>
            <a:ext cx="203911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HMS REST GET /heartrate (HTTPS, OAuth bearer)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260598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3260598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206240" y="3297174"/>
            <a:ext cx="54864" cy="14630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15968" y="3260598"/>
            <a:ext cx="4370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Tool::call() → 解析 HMS JSON → ToolResult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" y="3480054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537960" y="3516630"/>
            <a:ext cx="54864" cy="1463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47688" y="3480054"/>
            <a:ext cx="203911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/tmp/hk-audit.jsonl: append 1 row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699510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3699510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331720" y="3736086"/>
            <a:ext cx="54864" cy="14630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41448" y="3699510"/>
            <a:ext cx="624535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→ bridge: ToolResultResponse (~24 KB)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3918966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57200" y="3955542"/>
            <a:ext cx="54864" cy="14630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6928" y="3918966"/>
            <a:ext cx="811987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 → Hermes: MCP tool response (1169 ms 总耗时)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138422"/>
            <a:ext cx="8229600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138422"/>
            <a:ext cx="228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7200" y="4174998"/>
            <a:ext cx="54864" cy="14630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6928" y="4138422"/>
            <a:ext cx="811987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(LLM 同样调 .restinghr; 然后产出医生报告)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385310"/>
            <a:ext cx="8229600" cy="29260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4385310"/>
            <a:ext cx="7955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row (实测): {"ts":"…","tool_id":"huawei:hms.healthkit.heartrate","caller_id":"atd-mcp-bridge","outcome":"success","duration_ms":1169}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运行时门禁: Capability + Rate Limit + Audit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 raw MCP 没规范、raw CLI 做不到的 — server 强制, 工具不用自己写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41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4140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13284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Gate (SP-12)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49860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Hello { requested_capabilities }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8643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server allow-list ∩ requested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230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granted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59588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tool.required ⊂ granted ?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6164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→ ERR_CAPABILITY_DENIED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32740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(1001, retryable: false)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36931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yes → Tool::call(...)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0" y="1041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041400"/>
            <a:ext cx="73152" cy="3520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13284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 (SP-op-v1)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149860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tool.resources.max_concurrent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37560" y="18643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try_acquire_owned() per call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37560" y="2230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NoPermits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37560" y="259588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ERR_RATE_LIMITED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296164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(1002, retryable: true)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32740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permit drops auto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37560" y="36931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fail-fast, 不排队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43600" y="104140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0" y="1041400"/>
            <a:ext cx="73152" cy="3520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132840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 (JSON Lines)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149860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ts, call_id, tool_id,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080760" y="18643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caller_id,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80760" y="2230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granted_capabilities,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80760" y="259588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duration_ms, outcome,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80760" y="296164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tier, dry_run,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80760" y="332740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schema_version,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80760" y="36931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secrets_resolved }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TokenBroker 多租户路由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v0.3.0 起 — 一个 server, N caller, N OAuth (raw CLI 做不到)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4100"/>
            <a:ext cx="82296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4100"/>
            <a:ext cx="73152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272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 point in atd-runtime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41986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TokenBroker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fn resolve(caller_id: Option&lt;&amp;str&gt;) -&gt; ResolveFuture&lt;'_&gt;;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Ok(Some(SecretBundle)) | Ok(None) | Err(BrokerError)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SecretBundle = HashMap&lt;String, RedactedString&gt;  (Debug → "&lt;redacted&gt;", 永不泄漏值)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0858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608580"/>
            <a:ext cx="73152" cy="2011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81732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v1.4.0 实测: /tmp/hk-audit.jsonl  (3 caller_id 跑同一个工具)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02006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caller_id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77440" y="302006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secrets_resolved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302006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0" y="302006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75120" y="302006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解析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34010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77440" y="3340100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31920" y="334010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03520" y="334010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1169 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3340100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→ agent-A.json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70586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77440" y="3705860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370586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370586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438 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3705860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→ agent-B.json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407162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ghost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77440" y="4071620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931920" y="407162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03520" y="407162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4071620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未注册 → env/saved fallback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跨 Vendor 组合 + Skills 公约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agent session, N vendor server (CLI 做不到); SKILL.md 一键同步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41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145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Cross-vendor (SP-cross-vendor-mock-demo)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681480"/>
            <a:ext cx="91440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81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83080" y="1544320"/>
            <a:ext cx="8686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1544320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783080" y="2321560"/>
            <a:ext cx="8686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2321560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26080" y="1544320"/>
            <a:ext cx="146304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5443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healthkit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tools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26080" y="2321560"/>
            <a:ext cx="1463040" cy="457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23215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weather-mock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tools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235960"/>
            <a:ext cx="36576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discover() 看到合并 catalog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huawei:hms.healthkit.* + mock:weather.*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工具按 description 匹配, 不用知道哪个 socket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04140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41400"/>
            <a:ext cx="73152" cy="3520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1145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Meta-tool Convention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45288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&lt;publisher&gt;:&lt;service&gt;.skills.list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169062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Vec&lt;{name, description}&gt;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192836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216611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&lt;publisher&gt;:&lt;service&gt;.skills.get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403856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args: { name 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264160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{ name, content_md 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8793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1708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atd skills sync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35483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--target { hermes | claude-code | stdout 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592576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830320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healthkit_cli v1.3.0 实测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40680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 SKILL.md 同步, diff = 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430580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ATD 协议改动: 0 (纯命名公约)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三方比较: ATD vs raw CLI vs raw MCP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在协议层 ship 了 raw 选项缺的能力 — 不是 marketing, 是协议 surface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5370"/>
            <a:ext cx="822960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537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维度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97480" y="1055370"/>
            <a:ext cx="18745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CLI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17720" y="1055370"/>
            <a:ext cx="18745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MCP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105537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6850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46685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gate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97480" y="1466850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7720" y="1466850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自己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37960" y="1466850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强制 ✓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177774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97480" y="1777746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1777746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1777746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per-tool semaphore ✓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088642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088642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97480" y="2088642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history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17720" y="2088642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无规范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37960" y="2088642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Lines ✓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239953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token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697480" y="2399538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进程 / N token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617720" y="2399538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单租户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399538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TokenBroker ✓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2710434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710434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visibility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697480" y="2710434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17720" y="2710434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二元 hidden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537960" y="2710434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档 (含 Hidden) ✓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302133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levels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697480" y="3021330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17720" y="3021330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37960" y="3021330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Read..Destructive ✓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3332226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33222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vendor 组合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697480" y="3332226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自己写 mux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617720" y="3332226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需自己 mux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37960" y="3332226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桥接多 socket ✓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8640" y="3643122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matching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697480" y="3643122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--help 文本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617720" y="3643122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 only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37960" y="3643122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 + intent_examples ✓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954018"/>
            <a:ext cx="822960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395401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v1.4 实证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697480" y="3954018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calls / 3 错试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617720" y="3954018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37960" y="3954018"/>
            <a:ext cx="21488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calls / 0 错试 ★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57200" y="434721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通过 atd-mcp-bridge 兼容现有 MCP 客户端 — Hermes / Claude Code / Cursor 不改一行代码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5-Layer 架构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自上而下: skills → agent → SDK → wire → runtime → tools → service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4267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42670"/>
            <a:ext cx="164592" cy="4297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04267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Layer (adjacent)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26280" y="104267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SKILL.md, atd skills sync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4559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45590"/>
            <a:ext cx="164592" cy="4297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54559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54559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/ LangChain / Claude / OpenClaw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4851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048510"/>
            <a:ext cx="164592" cy="4297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04851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SDK + CLI + MCP Bridge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04851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atd-sdk, atd-cli, atd-mcp-bridge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5143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51430"/>
            <a:ext cx="164592" cy="42976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55143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Wire Protocol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255143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messages, length-prefixed JSON, Unix socket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05435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054350"/>
            <a:ext cx="164592" cy="4297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05435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ATD Server Runtime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305435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atd-runtime + atd-server: capability / rate limit / audit / TokenBroker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5727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557270"/>
            <a:ext cx="164592" cy="4297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55727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Tools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26280" y="355727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healthkit_cli, atd-mock-weather-server, ...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060190"/>
            <a:ext cx="82296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060190"/>
            <a:ext cx="164592" cy="42976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060190"/>
            <a:ext cx="365760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Underlying Service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26280" y="4060190"/>
            <a:ext cx="416052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HMS REST, OpenWeatherMap, ...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 + 上手 5 分钟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68096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crates · 378 tests · Apache-2.0 · 5 行代码写自己的 server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6045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60450"/>
            <a:ext cx="73152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3360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47193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atd-protocol      wire 格式 + 类型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176453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atd-sdk           Rust 客户端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5714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atd-runtime       server runtime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34975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atd-server        Unix socket listener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64236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atd-tools-{echo,fs,shell,web}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293497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atd-ref-server    参考 server bin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322757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atd-mcp-bridge    MCP/stdio ↔ wire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52018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atd-cli           atd 开发 CLI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381279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atd-conformance   35 fixture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410540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atd-mock-weather-server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060450"/>
            <a:ext cx="40233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60450"/>
            <a:ext cx="73152" cy="3520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13360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分钟跑通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147193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cargo build --release \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67309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atd-ref-server \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187426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atd-cli \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207543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atd-mcp-bridge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27660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47777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./target/release/atd-ref-server &amp;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267893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88010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08127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schema ref:fs.read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28244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atd call ref:echo.say \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48361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--args '{"text":"hi"}'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68477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3885946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接 Hermes: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408711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hermes mcp add atd-ref \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46320" y="428828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--command ./atd-mcp-bridge \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46320" y="448945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--env ATD_SOCK=/tmp/atd.sock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1480" y="4850892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Introduction   ·   atd-mvp v0.3.0   ·   Apache-2.0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680960" y="4850892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一句话回顾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8046720" cy="2194560"/>
          </a:xfrm>
          <a:prstGeom prst="rect">
            <a:avLst/>
          </a:prstGeom>
          <a:solidFill>
            <a:srgbClr val="1A2D54"/>
          </a:solidFill>
          <a:ln w="12700">
            <a:solidFill>
              <a:srgbClr val="1A2D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1920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ATD =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5-message Unix-socket 协议</a:t>
            </a: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 server runtime</a:t>
            </a:r>
            <a:r>
              <a:rPr lang="en-US" sz="16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桥接到任意 agent 平台</a:t>
            </a: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Vendor 写一份 server 就被任意 agent 平台用,
</a:t>
            </a: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并自带审计 / 多租户 / 跨 vendor 组合</a:t>
            </a: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CLI 拉不出来、raw MCP 没规范、自研 adapter 每次重写的东西.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804672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实证: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个 case study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全部真跑过 Hermes + DeepSeek-chat:
</a:t>
            </a: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v1.2.0 q1 5K体能 · q2 周对比 · q3 步数挑战 · q4 健康日报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v1.4.0 医生视角心率分析 (2 ATD vs 8 CLI)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github.com/downsea/atd-mvp   ·   v0.3.0   ·  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12654</Words>
  <Application>WPS 演示</Application>
  <PresentationFormat>On-screen Show (16:9)</PresentationFormat>
  <Paragraphs>1103</Paragraphs>
  <Slides>21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21</vt:i4>
      </vt:variant>
    </vt:vector>
  </HeadingPairs>
  <TitlesOfParts>
    <vt:vector size="45" baseType="lpstr">
      <vt:lpstr>Arial</vt:lpstr>
      <vt:lpstr>宋体</vt:lpstr>
      <vt:lpstr>Wingdings</vt:lpstr>
      <vt:lpstr>DejaVu Sans</vt:lpstr>
      <vt:lpstr>Cambria</vt:lpstr>
      <vt:lpstr>PakType Naskh Basic</vt:lpstr>
      <vt:lpstr>Cambria</vt:lpstr>
      <vt:lpstr>Cambria</vt:lpstr>
      <vt:lpstr>Calibri</vt:lpstr>
      <vt:lpstr>Calibri</vt:lpstr>
      <vt:lpstr>Calibri</vt:lpstr>
      <vt:lpstr>Courier New</vt:lpstr>
      <vt:lpstr>Courier New</vt:lpstr>
      <vt:lpstr>Courier New</vt:lpstr>
      <vt:lpstr>宋体</vt:lpstr>
      <vt:lpstr>Noto Serif CJK SC</vt:lpstr>
      <vt:lpstr>微软雅黑</vt:lpstr>
      <vt:lpstr>Droid Sans Fallback</vt:lpstr>
      <vt:lpstr>Arial Unicode MS</vt:lpstr>
      <vt:lpstr>等线</vt:lpstr>
      <vt:lpstr>Noto Color Emoji</vt:lpstr>
      <vt:lpstr>OpenSymbol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ATD — Agent Tool Dispatch Protocol</dc:title>
  <dc:creator>atd-mvp maintainers</dc:creator>
  <dc:subject>Introduction grounded in 5 Hermes case studies</dc:subject>
  <cp:lastModifiedBy>nice</cp:lastModifiedBy>
  <cp:revision>18</cp:revision>
  <dcterms:created xsi:type="dcterms:W3CDTF">2026-04-30T00:45:46Z</dcterms:created>
  <dcterms:modified xsi:type="dcterms:W3CDTF">2026-04-30T00:45:46Z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BAF3ADB730ACDADB69A5F269FCCEEE84_42</vt:lpwstr>
  </property>
  <property fmtid="{D5CDD505-2E9C-101B-9397-08002B2CF9AE}" pid="3" name="KSOProductBuildVer">
    <vt:lpwstr>2052-12.1.2.25882</vt:lpwstr>
  </property>
</Properties>
</file>