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0"/>
            <a:ext cx="146304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0"/>
            <a:ext cx="137160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Tool Dispatch Protocol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vendor 中立的 agent ↔ 工具调度协议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28016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38328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v0.3.0  ·  Apache-2.0  ·  github.com/downsea/atd-mvp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个真跑过的 Hermes case study  ·  实证驱动 · 不是 marketing talk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q1: 5K体能 ✓  ·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周对比 ✓  ·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步数挑战 ✓  ·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健康日报 ✓  ·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v1.4.0 医生视角 ✓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问题 + ATD 是什么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调用工具的现状碎片化；ATD 在协议层 ship 了缺的能力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352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问题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CLI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user 要 N 进程; agent 要靠 --help 猜命令; 无审计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848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5915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server 侧 capability gate / rate limit / multi-tenant / audit 标准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7980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Per-vendor 自研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072384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vendor 重写 capability/audit/rate limit/token 管理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35112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散落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785616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在各 agent 平台目录, vendor 没有标准方式推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914400"/>
            <a:ext cx="73152" cy="3520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怎么解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1371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5-msg wire 协议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6459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Ping / ToolList / ToolSchema / RunTool — 跨语言中立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46320" y="20848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runtime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35915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gate · rate limit · audit · TokenBroker · visibility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46320" y="27980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 兼容现有 MCP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3072384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atd-mcp-bridge: Hermes/Claude/Cursor 不改一行就能用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35112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公约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785616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&lt;x&gt;.skills.list/get + atd skills sync 推到 agent 平台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Case Study 总览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全部真跑过 Hermes + DeepSeek-chat — transcript / audit log 公开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9601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版本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960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概要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960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78040" y="9601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371600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37160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13716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31720" y="137160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我想跑个 5 公里, 帮我评估今天身体状态适不适合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13716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ATD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 HRV ✗)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178040" y="13716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绿灯放行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1938528"/>
            <a:ext cx="822960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1938528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193852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193852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31720" y="1938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对比本周和上周心率/步数/卡路里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0" y="19385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ATD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+ 3 Python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78040" y="19385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完整周对比表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2505456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505456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250545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97280" y="250545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31720" y="250545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帮我创建一个本周步数挑战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0" y="25054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ATD + 1 cron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Python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178040" y="25054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33,424/70K + 调整建议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3072384"/>
            <a:ext cx="822960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072384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307238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97280" y="30723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331720" y="30723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生成今天的健康日报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0" y="30723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ATD parallel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 skill_view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178040" y="30723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指标日报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639312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639312"/>
            <a:ext cx="54864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363931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97280" y="363931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v1.4.0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331720" y="36393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从医生角度详细分析最近两个月的心率数据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0" y="363931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ATD + 8 CLI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178040" y="363931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医生视角报告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1 · v1.2.0 q1 — 5公里跑步可行性评估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+ DeepSeek; agent 自动选 ATD 工具串联多个数据源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我想跑个 5 公里, 帮我评估一下今天身体状态适不适合.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huawei:hms.healthkit.heartrate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huawei:hms.healthkit.restinghr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huawei:hms.healthkit.sleep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huawei:hms.healthkit.stress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huawei:hms.healthkit.hrv  (HMS 拒)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 调用并行 (单次 round-trip)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 success + 1 invalid_args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HRV 失败不影响结论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身体状况评估 — 适合跑 5K 吗?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静息心率 61 bpm — 正常健康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压力值 26 — 身体很放松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睡眠 6h40m — 昨晚无中途醒来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当前 HR 98 bpm — 状态稳定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绿灯放行, 注意补水 + 控制配速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(失败的 HRV 路径不影响总结论)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拿到数据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round-trip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决策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✓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2 · v1.2.0 q2 — 本周 vs 上周健康数据对比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串联多源数据 + execute_code 做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对比本周和上周的心率、静息心率、步数、卡路里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huawei:hms.healthkit.heartrate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huawei:hms.healthkit.restinghr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huawei:hms.healthkit.steps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huawei:hms.healthkit.calories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(Python)  ×3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日期解析 / 周分组 / 统计聚合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 ATD success + 0 retry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给你完整的周对比分析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周日均: HR 79 / RHR 64 / 5,214 步 / 318 kcal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周四 HR 峰值 153 (强度最大)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周三 RHR 最低 63 bpm (心肺最佳)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周六步数最高 6,825 (户外活动)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本周 vs 上周: RHR 下降 -6 bpm,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步数 −7%, 卡路里 −9%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分析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数据维度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metric × 2 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3 · v1.2.0 q3 — 本周步数挑战 + cron 推送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拿数据 + cronjob 设定时推送 + Python 算进度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帮我创建一个本周步数挑战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📚 skill_view huawei-healthkit-analysis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huawei:hms.healthkit.healthkit-overview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huawei:hms.healthkit.steps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 算进度)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⏰ cronjob create 本周步数挑战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 ATD + 1 cron + 1 Python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共 0 retry (skill 引导一次成型)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 本周步数挑战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目标: 70,000 步 / 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已完成: 33,424 / 70,000 = 47.7%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每天早 8:00 自动推送进度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建议下调到 40K/周(日均~5.7K)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先突破日均 5K, 再挑战 10K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辅助工具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+ cron + py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cron 已创建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提议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70K → 40K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4 · v1.2.0 q4 — 完整健康日报 (10 指标并行)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一次拉 10 个 ATD 工具, 生成结构化日报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生成今天的健康日报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📚 skill_view huawei-healthkit-analysis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huawei:hms.healthkit.healthkit-overview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heartrate    ✓ restinghr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steps        ✓ calories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sleep        ✓ spo2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distance     ✓ stress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activeminutes ✓ vo2max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(聚合 + 7 日基线)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10 ATD parallel + 1 skill + py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今日健康概览 (vs 7日基线)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RHR 61 — 良好(基线 65)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步数 2,140 — 走低(基线 4,775)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睡眠 6.7h — 略低(推荐 7-8h)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SpO2 98% — 稳定优秀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压力 42 — 正常可控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建议: 今日步数偏低, 出门走动一下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并行执行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round-trip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指标维度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5 · v1.4.0 — 医生视角心率分析 (ATD vs CLI 头对头)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 Hermes session, 两个 surface 都摆好 → ATD 严格胜出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9601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从医生角度详细分析一下我最近两个月的心率数据, 给出具体的建议.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002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path  vs  CLI fallback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ATD heartrate {days:60}  1169ms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ATD restinghr {days:60}   438ms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 然后 fall through ──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terminal +heartrate (错 wrapper)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healthkit --help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+heartrate --days 60 (HMS 拒)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+heartrate --days 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--offset (flag 不存在 ×2)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for-loop 8 周 --start/--end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21538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 分析)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16002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600200"/>
            <a:ext cx="73152" cy="2606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99339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心率数据分析 — 医生视角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2240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48716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RHR 平均 65.9 bpm — 良好(60-70)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7340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日均 HR 84 bpm — 正常偏高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298094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第3天峰值 153 (运动区)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2278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第7天最低 41 (低于 50, 监测)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4747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72160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建议: 7-8h 睡眠 / 中等有氧 3-5×/周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96849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若 RHR 持续爬至 75+ 建议就医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421538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心悸 / 头晕 → 24h Holter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5146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fallback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5146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总耗时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629400" y="4343400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走错路径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629400" y="4526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次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协议核心抽象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wire messages + ToolDefinition + per-call CallContext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05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Wire Messages (length-prefixed JSON over Unix socket)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{ client_id, requested_capabilities }   →  HelloAck { granted, server_version, supported_tiers }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148132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                                          →  Pong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166420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ToolList                                      →  ToolListResponse { tools: [ToolSummary] 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84708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ToolSchema { tool_id }                        →  ToolSchemaResponse { schema: ToolDefinition }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029968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RunTool { tool_id, args, dry_run }            →  ToolResultResponse { result, success } | Error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40233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423160"/>
            <a:ext cx="73152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ToolDefinition (declarative metadata)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— &lt;publisher&gt;:&lt;service&gt;.&lt;x&gt;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02666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     — LLM-facing 自然语言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21868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intent_examples — 3 短语帮匹配意图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410712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input_schema    — JSON Schema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60273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safety.level    — Read..Destructive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7947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visibility      — Hidden / Read / Write / ...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98678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required_capabilities — server gate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17880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           — Hot / Warm / Cold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2423160"/>
            <a:ext cx="40233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2423160"/>
            <a:ext cx="73152" cy="2011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CallContext (per-call ctx)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283464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cwd, max_output_bytes, call_id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02666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deadline             — 由 tier 推导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21868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capabilities         — Hello 协商的 granted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410712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tier: ToolTier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60273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caller_id            — 来自 Hello.client_id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7947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              — 来自 TokenBroker (v0.3.0)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398678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Option&lt;Arc&lt;SecretBundle&gt;&gt;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417880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read_tracker         — 跨 connection 共享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模块架构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crates · 共享 atd-protocol · 客户端 / 服务端两侧分别落地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73152" cy="2743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332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客户端 / 集成层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atd-mcp-bridge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6733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· MCP/stdio ↔ ATD wire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atd-cli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2219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· `atd list/schema/call`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5146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atd-sdk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27706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 · AtdClient + adapters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063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adapters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3192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/ langchain helpers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1840" y="9601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960120"/>
            <a:ext cx="73152" cy="27432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10332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共享 wire 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74720" y="1417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atd-protocol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17373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5 wire messages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20208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ToolDefinition / Summary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23042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CallContext / SecretBundle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74720" y="25877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ToolResult / errors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74720" y="28712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wire framing (length-prefix)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74720" y="3154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sanitize (id 非法字符)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9601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960120"/>
            <a:ext cx="73152" cy="2743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10332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服务端 / 工具层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9360" y="141732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atd-runtime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309360" y="1673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· capability · rate limit · audit · TokenBroker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09360" y="19659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atd-server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09360" y="22219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Unix socket listener (uses runtime)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25146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atd-tools-{echo,fs,shell,web}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09360" y="27706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工具 (4 crates)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9360" y="3063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atd-ref-server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309360" y="3319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· 自带的 demo server (uses tools)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22192"/>
            <a:ext cx="8229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0080" y="38679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跨 vendor demo / 测试 / 第三方 adopter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40690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atd-mock-weather-server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跨 vendor 组合 demo  ·  </a:t>
            </a:r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atd-conformance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35 fixtures  ·  </a:t>
            </a:r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healthkit_cli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外部 adopter (使用 atd-server + atd-runtime)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实测部署: healthkit ATD + Hermes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两进程 · 一 Unix socket · 一 OAuth · 一 audit log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554480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 Agent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DeepSeek-chat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driver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57400" y="1508760"/>
            <a:ext cx="50292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12070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783080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2070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atd-mcp-bridge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06040" y="1481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MCP↔wire 翻译器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子进程 (spawn)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34840" y="1508760"/>
            <a:ext cx="50292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1170432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Unix socket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/tmp/hk.sock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983480" y="1188720"/>
            <a:ext cx="1828800" cy="868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2070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healthkit serve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1481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server (vendor)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0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tools 注册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0" y="1508760"/>
            <a:ext cx="50292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12070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OAuth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406640" y="1188720"/>
            <a:ext cx="1280160" cy="86868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2070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HMS REST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06640" y="14813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(external)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468880"/>
            <a:ext cx="73152" cy="1874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2523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OAuth token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779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~/.config/healthkit/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66928" y="29809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token.json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66928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(fallback)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66928" y="338328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/tmp/hk-tokens/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" y="35844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agent-A.json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66928" y="37856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agent-B.json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66928" y="39867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(multi-tenant)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60604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606040" y="2468880"/>
            <a:ext cx="73152" cy="1874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15768" y="2523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grant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15768" y="2779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healthkit serve \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715768" y="29809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--grant-capability \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715768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healthkit:read \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715768" y="338328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--grant-capability \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715768" y="35844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healthkit:write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715768" y="37856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715768" y="39867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(server allow-list)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5488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754880" y="2468880"/>
            <a:ext cx="73152" cy="18745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523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 (JSONL)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64608" y="2779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/tmp/hk-audit.jsonl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864608" y="29809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ts, call_id,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864608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tool_id, caller_id,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864608" y="338328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granted_capabilities,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864608" y="35844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outcome, duration_ms,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864608" y="37856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secrets_resolved }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864608" y="39867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tail -f | jq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90372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903720" y="2468880"/>
            <a:ext cx="73152" cy="1874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13448" y="2523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 注册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013448" y="277977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hermes mcp add \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013448" y="29809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healthkit \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013448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--command \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013448" y="338328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atd-mcp-bridge \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7013448" y="35844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--env \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013448" y="37856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ATD_SOCK=...sock \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013448" y="39867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ATD_REQUEST_CAPS=...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完整交互时序 — Case v1.4.0 心率分析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从用户 prompt 到 audit log: ATD 在每一步做了什么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82880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/ LLM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31720" y="914400"/>
            <a:ext cx="182880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31720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atd-mcp-bridge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914400"/>
            <a:ext cx="228600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healthkit serve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(atd-runtime)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914400"/>
            <a:ext cx="2148840" cy="36576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9144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外部 / 副效果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371600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37160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1408176"/>
            <a:ext cx="54864" cy="146304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1371600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用户 prompt: "从医生角度…最近两个月心率"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15910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1627632"/>
            <a:ext cx="54864" cy="14630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1591056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 决定: 调 mcp_healthkit_*.heartrate {days:60}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1810512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181051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331720" y="1847088"/>
            <a:ext cx="54864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41448" y="1810512"/>
            <a:ext cx="6245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Hermes → bridge: MCP tools/call (stdio)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202996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331720" y="2066544"/>
            <a:ext cx="54864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41448" y="2029968"/>
            <a:ext cx="6245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 → server: RunTool 帧 (length-prefixed JSON)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249424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24942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206240" y="2286000"/>
            <a:ext cx="54864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15968" y="2249424"/>
            <a:ext cx="4370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Capability gate: granted ⊇ healthkit:read ✓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246888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206240" y="2505456"/>
            <a:ext cx="54864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15968" y="2468880"/>
            <a:ext cx="4370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limit: try_acquire_owned() 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2688336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68833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206240" y="2724912"/>
            <a:ext cx="54864" cy="1463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15968" y="2688336"/>
            <a:ext cx="4370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TokenBroker.resolve("atd-mcp-bridge") → SecretBundle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290779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537960" y="2944368"/>
            <a:ext cx="54864" cy="14630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47688" y="2907792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HMS REST GET /heartrate (HTTPS, OAuth bearer)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127248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312724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206240" y="3163824"/>
            <a:ext cx="54864" cy="14630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15968" y="3127248"/>
            <a:ext cx="4370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Tool::call() → 解析 HMS JSON → ToolResult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7200" y="33467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537960" y="3383280"/>
            <a:ext cx="54864" cy="14630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47688" y="3346704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/tmp/hk-audit.jsonl: append 1 row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566160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3566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331720" y="3602736"/>
            <a:ext cx="54864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41448" y="3566160"/>
            <a:ext cx="6245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→ bridge: ToolResultResponse (~24 KB)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378561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57200" y="3822192"/>
            <a:ext cx="54864" cy="14630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6928" y="3785616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 → Hermes: MCP tool response (1169 ms 总耗时)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4005072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00507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7200" y="4041648"/>
            <a:ext cx="54864" cy="14630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6928" y="40050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(LLM 同样调 .restinghr; 然后产出医生报告)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251960"/>
            <a:ext cx="8229600" cy="29260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" y="425196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row (实测): {"ts":"…","tool_id":"huawei:hms.healthkit.heartrate","caller_id":"atd-mcp-bridge","outcome":"success","duration_ms":1169}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运行时门禁: Capability + Rate Limit + Audit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 raw MCP 没规范、raw CLI 做不到的 — server 强制, 工具不用自己写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352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05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Gate (SP-12)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Hello { requested_capabilities }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server allow-list ∩ requested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granted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tool.required ⊂ granted ?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→ ERR_CAPABILITY_DENIED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(1001, retryable: false)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yes → Tool::call(...)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0" y="914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914400"/>
            <a:ext cx="73152" cy="3520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005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Limit (SP-op-v1)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1371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tool.resources.max_concurrent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37560" y="17373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try_acquire_owned() per call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37560" y="2103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NoPermits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37560" y="2468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ERR_RATE_LIMITED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3756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(1002, retryable: true)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permit drops auto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37560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fail-fast, 不排队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43600" y="914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0" y="914400"/>
            <a:ext cx="73152" cy="3520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005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 (JSON Lines)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1371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ts, call_id, tool_id,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080760" y="17373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caller_id,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080760" y="2103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granted_capabilities,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80760" y="2468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duration_ms, outcome,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08076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tier, dry_run,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08076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schema_version,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80760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secrets_resolved }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TokenBroker 多租户路由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v0.3.0 起 — 一个 server, N caller, N OAuth (raw CLI 做不到)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987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 point in atd-runtime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2801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TokenBroker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resolve(caller_id: Option&lt;&amp;str&gt;) -&gt; ResolveFuture&lt;'_&gt;;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Ok(Some(SecretBundle)) | Ok(None) | Err(BrokerError)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SecretBundle = HashMap&lt;String, RedactedString&gt;  (Debug → "&lt;redacted&gt;", 永不泄漏值)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468880"/>
            <a:ext cx="73152" cy="2011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420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v1.4.0 实测: /tmp/hk-audit.jsonl  (3 caller_id 跑同一个工具)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8803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caller_id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77440" y="28803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secrets_resolved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28803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0" y="28803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75120" y="2880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解析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77440" y="3200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31920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03520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1169 ms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75120" y="32004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→ agent-A.json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5661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77440" y="3566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3566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0" y="3566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438 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35661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→ agent-B.json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" y="39319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ghost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77440" y="3931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931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035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3931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未注册 → env/saved fallback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跨 Vendor 组合 + Skills 公约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agent session, N vendor server (CLI 做不到); SKILL.md 一键同步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Cross-vendor (SP-cross-vendor-mock-demo)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91440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83080" y="1417320"/>
            <a:ext cx="8686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14173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783080" y="2194560"/>
            <a:ext cx="8686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219456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26080" y="1417320"/>
            <a:ext cx="146304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healthkit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tools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26080" y="2194560"/>
            <a:ext cx="146304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2194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weather-mock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tools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1089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discover() 看到合并 catalog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huawei:hms.healthkit.* + mock:weather.*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工具按 description 匹配, 不用知道哪个 socket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914400"/>
            <a:ext cx="73152" cy="3520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Meta-tool Convention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13258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&lt;publisher&gt;:&lt;service&gt;.skills.list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15636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Vec&lt;{name, description}&gt;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1801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20391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&lt;publisher&gt;:&lt;service&gt;.skills.get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args: { name }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25146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{ name, content_md 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7523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2990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atd skills sync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2278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--target { hermes | claude-code | stdout }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4655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703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healthkit_cli v1.3.0 实测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3941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 SKILL.md 同步, diff = 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41788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ATD 协议改动: 0 (纯命名公约)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三方比较: ATD vs raw CLI vs raw MCP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在协议层 ship 了 raw 选项缺的能力 — 不是 marketing, 是协议 surface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维度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9748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CLI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MCP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960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71600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371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gate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9748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772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自己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37960" y="13716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强制 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168249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97480" y="16824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17720" y="16824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37960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semaphore ✓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993392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199339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97480" y="19933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history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17720" y="19933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无规范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37960" y="199339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Lines ✓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23042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token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697480" y="23042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进程 / N token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617720" y="23042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单租户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30428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TokenBroker ✓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2615184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61518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visibility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697480" y="261518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17720" y="261518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二元 hidden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537960" y="2615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档 (含 Hidden) ✓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2926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levels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697480" y="292608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17720" y="292608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37960" y="29260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Read..Destructive ✓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3236976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2369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vendor 组合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697480" y="323697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自己写 mux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617720" y="323697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需自己 mux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37960" y="323697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桥接多 socket ✓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8640" y="35478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matching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697480" y="354787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--help 文本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617720" y="354787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 only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37960" y="354787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 + intent_examples ✓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858768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3858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v1.4 实证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697480" y="38587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calls / 3 错试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617720" y="38587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37960" y="385876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calls / 0 错试 ★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通过 atd-mcp-bridge 兼容现有 MCP 客户端 — Hermes / Claude Code / Cursor 不改一行代码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5-Layer 架构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自上而下: skills → agent → SDK → wire → runtime → tools → service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60120"/>
            <a:ext cx="164592" cy="4297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96012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Layer (adjacent)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26280" y="96012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SKILL.md, atd skills sync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463040"/>
            <a:ext cx="164592" cy="4297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46304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146304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/ LangChain / Claude / OpenClaw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965960"/>
            <a:ext cx="164592" cy="4297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196596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SDK + CLI + MCP Bridge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196596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atd-sdk, atd-cli, atd-mcp-bridge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468880"/>
            <a:ext cx="164592" cy="42976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46888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Wire Protocol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246888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messages, length-prefixed JSON, Unix socket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971800"/>
            <a:ext cx="164592" cy="4297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97180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Server Runtime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297180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atd-runtime + atd-server: capability / rate limit / audit / TokenBroker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474720"/>
            <a:ext cx="164592" cy="4297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47472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Tools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26280" y="347472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healthkit_cli, atd-mock-weather-server, ...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977640"/>
            <a:ext cx="164592" cy="42976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977640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Underlying Service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26280" y="3977640"/>
            <a:ext cx="4160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HMS REST, OpenWeatherMap, ...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 + 上手 5 分钟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crates · 378 tests · Apache-2.0 · 5 行代码写自己的 server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73152" cy="3520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atd-protocol      wire 格式 + 类型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1618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atd-sdk           Rust 客户端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atd-runtime       server runtime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203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atd-server        Unix socket listener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atd-tools-{echo,fs,shell,web}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atd-ref-server    参考 server bin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3081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atd-mcp-bridge    MCP/stdio ↔ wire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374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atd-cli           atd 开发 CLI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36667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atd-conformance   35 fixture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atd-mock-weather-server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914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914400"/>
            <a:ext cx="73152" cy="3520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987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分钟跑通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cargo build --release \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1527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atd-ref-server \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0" y="17282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atd-cli \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19293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atd-mcp-bridge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1305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3317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./target/release/atd-ref-server &amp;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532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2734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list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293522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schema ref:fs.read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136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call ref:echo.say \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--args '{"text":"hi"}'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538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37398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接 Hermes: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39410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hermes mcp add atd-ref \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46320" y="41422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--command ./atd-mcp-bridge \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--env ATD_SOCK=/tmp/atd.sock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一句话回顾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8046720" cy="2194560"/>
          </a:xfrm>
          <a:prstGeom prst="rect">
            <a:avLst/>
          </a:prstGeom>
          <a:solidFill>
            <a:srgbClr val="1A2D54"/>
          </a:solidFill>
          <a:ln w="12700">
            <a:solidFill>
              <a:srgbClr val="1A2D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= 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5-message Unix-socket 协议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 server runtime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桥接到任意 agent 平台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Vendor 写一份 server 就被任意 agent 平台用,
</a:t>
            </a:r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并自带审计 / 多租户 / 跨 vendor 组合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CLI 拉不出来、raw MCP 没规范、自研 adapter 每次重写的东西.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实证: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 case study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全部真跑过 Hermes + DeepSeek-chat:
</a:t>
            </a:r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v1.2.0 q1 5K体能 · q2 周对比 · q3 步数挑战 · q4 健康日报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v1.4.0 医生视角心率分析 (2 ATD vs 8 CLI)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github.com/downsea/atd-mvp   ·   v0.3.0   ·  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ATD — Agent Tool Dispatch Protocol</dc:title>
  <dc:subject>Introduction grounded in 5 Hermes case studies</dc:subject>
  <dc:creator>atd-mvp maintainers</dc:creator>
  <cp:lastModifiedBy>atd-mvp maintainers</cp:lastModifiedBy>
  <cp:revision>1</cp:revision>
  <dcterms:created xsi:type="dcterms:W3CDTF">2026-04-30T00:30:12Z</dcterms:created>
  <dcterms:modified xsi:type="dcterms:W3CDTF">2026-04-30T00:30:12Z</dcterms:modified>
</cp:coreProperties>
</file>