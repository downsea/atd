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Tool Dispatch Protocol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vendor 中立的 agent ↔ 工具调度协议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2801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v0.3.0  ·  Apache-2.0  ·  github.com/downsea/atd-mvp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crates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tests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conformance fixtures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studies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实证驱动 · v1.1.0 (24%) → v1.2.0 (95.2%) → v1.4.0 (2 ATD calls vs 8 CLI fallback)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调用工具的现状：碎片化、重复造轮、缺少标准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32588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vendor 一个进程一个 token；多 user 要 N 套；agent 要靠 --help 文本猜命令；无审计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3931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MCP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182880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server 侧 capability gate / 无 rate limit / 无 multi-tenant / 无 audit 标准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54864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3172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Per-vendor 自研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233172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vendor 自己实现 capability、audit、rate limit、token 管理 — 都重写一次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3931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83464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层独立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283464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散落在各 agent 平台目录里；vendor 没有标准方式把 skills 推给 agent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缺一层中立协议  ⇒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多租户 / 跨 vendor 组合每次重新发明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是什么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Unix-socket 上的 5-message 协议 + 一套 server runtime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 工具成 ATD server  ·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 agent 平台用同一份 wire 协议 discover / describe / call / dry-run.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中间层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了 capability gate / audit / 多租户 / 可见性 / skills 同步 —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CLI 拉不出来、raw MCP 没规范、自研 adapter 每次重写的东西.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Wire Messages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{ client_id, requested_capabilities }       →  HelloAck { granted, server_version, supported_tiers 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                                             →  Pong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ToolList                                          →  ToolListResponse { tools: [ToolSummary] 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112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ToolSchema { tool_id }                            →  ToolSchemaResponse { schema: ToolDefinition 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RunTool { tool_id, args, dry_run }                →  ToolResultResponse { result, success } | Error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Length-prefixed JSON frames  ·  Unix domain socket  ·  零 schema 协商  ·  跨语言中立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实证证据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三轮 healthkit_cli case study — 不是 marketing talk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版本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实验设置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 surface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280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表现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916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v1.1.0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+ DeepSeek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HMS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{type:object} schema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成功率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调用 / 66% invalid_args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68880"/>
            <a:ext cx="54864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688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v1.2.0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4 prompt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helper-tools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auto-derived 自 CLI + SKILL.md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514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 成功率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调用 (-73%)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46120"/>
            <a:ext cx="54864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461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v1.4.0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08760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prompt: 医生视角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心率分析 (本介绍主参考)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工具 (25 helper + 2 skills meta)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mode + 修过的 skill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291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ATD calls vs 8 CLI fallback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错试 / 完整 audit log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transcript / audit.jsonl / agent reply 在 healthkit_cli/docs/case-study-v{1.2,1.4}.0/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v1.4.0 头对头实测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"从医生角度详细分析最近两个月的心率数据" — 同一 Hermes session, 两个 surface 都摆好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维度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9476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fallback path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调用次数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764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764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(含 3 硬错)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总耗时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~1.6s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82296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50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走错路径次数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350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350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(错 wrapper / --offset ×2)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642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第一次拿到数据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2642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#1 (1.2s)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642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#6 (5s)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35224"/>
            <a:ext cx="82296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935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可观测性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2935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entries 完整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935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log 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 agent 知 wrapper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(healthkit healthkit +x)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 agent 知 HMS 上限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9476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(撞错才知)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严格胜出 — 同样的数据、同样的报告质量；区别在 operational ergonomics + 可观测性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ToolDefinition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每个工具携带的完整 declarative metadata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84832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&lt;publisher&gt;:&lt;service&gt;.&lt;x&gt;.&lt;y&gt;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84832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看到的自然语言描述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intent_examples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短语帮 LLM 匹配用户意图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input_schema 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output_schema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safety.level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/ Financial / Privacy / Physical / Destructive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safety.dry_run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是否支持 preview-only 调用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/ Dangerous / System / Hidden 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required_capabilities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强制门禁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Warm / Cold (推导 deadline + max_output)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resources.max_concurrent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semaphore 限并发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91072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Mcp / AppFunction / Rest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trust.publisher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1072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签发方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trust.trust_level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unverified  →  L4 certified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Hidden (v0.3.0): 不出现在 discover, 但仍可 describe + call by id — 替代 v1.2.0 的 --expose-raw-tools 开关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Gate + Rate Limit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层强制；工具实现不用自己写 — raw MCP 没有这个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3108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Gate (SP-12)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Hello { requested_capabilities 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server allow-list ∩ requested → granted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tool.required_capabilities ⊂ granted 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if no: ERR_CAPABILITY_DENIED (1001)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if yes: Tool::call(...)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MCP: 无 server 侧 cap 概念,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client 自己 gate,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3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不一致也没规范.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80160"/>
            <a:ext cx="73152" cy="3108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 (SP-operability-v1)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tool.resources.max_concurrent: u32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dispatch: try_acquire_owned() → permit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if NoPermits: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ERR_RATE_LIMITED (1002, retryable: true)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permit drop = call done (success/error/panic)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fail-fast: 不排队, latency 可预测.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记 rate_limited outcome.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03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TokenBroker / 多租户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v0.3.0 起：一个 server, N caller, N OAuth — raw CLI 做不到的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point in atd-runtime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TokenBroker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resolve(caller_id: Option&lt;&amp;str&gt;) -&gt; ResolveFuture&lt;'_&gt;;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Ok(Some(SecretBundle)) | Ok(None) | Err(BrokerError)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SecretBundle = HashMap&lt;String, RedactedString&gt;  (Debug → "&lt;redacted&gt;")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73152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v1.4.0 实测: /tmp/hk-audit.jsonl 跑 3 个 caller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caller_id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secrets_resolved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来源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(file: agent-A.json)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3813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(file: agent-B.json)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05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4105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105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→ env / saved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 + Skills 公约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每次调用结构化落盘 ; SKILL.md 一键同步到 agent 平台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Event (JSON Lines)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"ts": "2026-04-27T15:42:30+08",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"call_id": "01J...",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"tool_id": "huawei:hms.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healthkit.heartrate",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"caller_id": "agent-A",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"granted_capabilities":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["healthkit:read"],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"duration_ms": 1169,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"outcome": {"kind":"success"},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"tier": "warm",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"secrets_resolved":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80160"/>
            <a:ext cx="73152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Meta-tool Convention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&lt;publisher&gt;:&lt;service&gt;.skills.list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911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Vec&lt;{name, description}&gt;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130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50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&lt;publisher&gt;:&lt;service&gt;.skills.get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569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args: { name 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{ name, content_md 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008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227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atd skills sync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447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--target { hermes | claude-code | stdout 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666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886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healthkit_cli v1.3.0: 26 SKILL.md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105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实测同步, diff 与源完全一致.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 Vendor 组合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agent session, N 个 vendor server — CLI 做不到的能力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14630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(or Claude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1554480"/>
            <a:ext cx="155448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atd-mcp-bridge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2468880"/>
            <a:ext cx="731520" cy="-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514600"/>
            <a:ext cx="155448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atd-mcp-bridge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2468880"/>
            <a:ext cx="73152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1554480"/>
            <a:ext cx="228600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554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healthkit serve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/tmp/hk.sock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920240"/>
            <a:ext cx="7772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2514600"/>
            <a:ext cx="2286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514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atd-mock-weather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/tmp/atd-weather.sock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2880360"/>
            <a:ext cx="7772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77240" y="3703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discover() 看到合并 catalog: huawei:hms.healthkit.* + mock:weather.*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工具按 description 匹配, 不需要知道 哪个 socket host 哪个 tool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三方比较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在协议层 ship 了 raw 选项缺的能力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维度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CLI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MCP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6916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16916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自己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1691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强制 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002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0025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20025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00253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semaphore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13432"/>
            <a:ext cx="822960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3134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23134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history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3134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无规范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231343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Lines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624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token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97480" y="26243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进程 / N token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6243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单租户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26243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TokenBroker 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935224"/>
            <a:ext cx="822960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352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visibility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2935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2935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二元 hidden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293522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档 (含 Hidden) 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246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levels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97480" y="32461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32461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32461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Read..Destructive 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557016"/>
            <a:ext cx="822960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5570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vendor 组合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97480" y="355701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自己写 mux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355701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需自己 mux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37960" y="355701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桥接多 socket 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38679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matching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697480" y="38679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--help 文本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38679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 only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37960" y="38679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+ intent_examples 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通过 atd-mcp-bridge 兼容现有 MCP 客户端 — Hermes / Claude Code / Cursor 不改一行代码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5-Layer 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自上而下: skills → agent → SDK → wire → runtime → tools → service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64592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801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Layer (adjacent)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128016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SKILL.md, atd skills sync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37360"/>
            <a:ext cx="164592" cy="3931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373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173736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/ LangChain / Claude / OpenClaw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94560"/>
            <a:ext cx="164592" cy="3931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1945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SDK + CLI + MCP Bridge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19456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atd-sdk, atd-cli, atd-mcp-bridge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51760"/>
            <a:ext cx="164592" cy="39319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517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Wire Protocol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65176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messages, length-prefixed JSON, Unix socket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08960"/>
            <a:ext cx="164592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089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Server Runtime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310896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atd-runtime + atd-server: capability / rate limit / audit / TokenBroker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66160"/>
            <a:ext cx="164592" cy="3931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5661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Tools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356616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healthkit_cli, atd-mock-weather-server, ...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23360"/>
            <a:ext cx="164592" cy="3931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0233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Underlying Service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26280" y="402336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HMS REST, OpenWeatherMap, ...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 + 上手 5 分钟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crates, 378 tests, Apache-2.0 — 5 分钟跑通 + 5 行写自己的 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3246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atd-protocol      wire 格式 + 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atd-sdk           Rust 客户端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atd-runtime       server runtime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atd-server        Unix socket listener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atd-tools-{echo,fs,shell,web}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atd-ref-server    参考 server bin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atd-mcp-bridge    MCP/stdio ↔ wire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atd-cli           atd 开发 CLI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atd-conformance   35 跨实现 fixture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atd-mock-weather-server  组合 demo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80160"/>
            <a:ext cx="73152" cy="3246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分钟跑通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cargo build --release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93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atd-ref-server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854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atd-cli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432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atd-mcp-bridge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679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./target/release/atd-ref-server &amp;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172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4198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atd list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666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atd schema ref:fs.read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atd call ref:echo.say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--args '{"text":"hi"}'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Introduction   ·   atd-mvp v0.3.0   ·   Apache-2.0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一句话回顾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2194560"/>
          </a:xfrm>
          <a:prstGeom prst="rect">
            <a:avLst/>
          </a:prstGeom>
          <a:solidFill>
            <a:srgbClr val="1A2D54"/>
          </a:solidFill>
          <a:ln w="12700">
            <a:solidFill>
              <a:srgbClr val="1A2D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=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5-message Unix-socket 协议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 server runtime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桥接到任意 agent 平台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Vendor 写一份 server 就被任意 agent 平台用,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并自带审计 / 多租户 / 跨 vendor 组合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CLI 拉不出来、raw MCP 没规范、自研 adapter 每次重写的东西.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v1.4.0 case study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个 prompt,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ATD calls vs 8 CLI fallback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完整 audit log 落盘.
</a:t>
            </a:r>
            <a:pPr indent="0" marL="0">
              <a:buNone/>
            </a:pPr>
            <a:r>
              <a:rPr lang="en-US" sz="13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协议层差异, 不是工具能力差异.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github.com/downsea/atd-mvp   ·   v0.3.0   ·   Apache-2.0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ATD — Agent Tool Dispatch Protocol</dc:title>
  <dc:subject>Introduction grounded in v1.4.0 healthkit case study</dc:subject>
  <dc:creator>atd-mvp maintainers</dc:creator>
  <cp:lastModifiedBy>atd-mvp maintainers</cp:lastModifiedBy>
  <cp:revision>1</cp:revision>
  <dcterms:created xsi:type="dcterms:W3CDTF">2026-04-27T08:13:51Z</dcterms:created>
  <dcterms:modified xsi:type="dcterms:W3CDTF">2026-04-27T08:13:51Z</dcterms:modified>
</cp:coreProperties>
</file>