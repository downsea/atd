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0"/>
            <a:ext cx="1463040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0"/>
            <a:ext cx="137160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spc="4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Tool Dispatch Protocol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F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 vendor 中立的 agent ↔ 工具调度协议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1280160" cy="3657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38328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v0.3.0  ·  Apache-2.0  ·  github.com/downsea/atd-mvp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7947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个真跑过的 Hermes case study  ·  实证驱动 · 不是 marketing talk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42062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v1.2.0 q1: 5K体能 ✓  ·  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q2: 周对比 ✓  ·  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q3: 步数挑战 ✓  ·  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q4: 健康日报 ✓  ·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v1.4.0 医生视角 ✓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问题 + ATD 是什么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调用工具的现状碎片化；ATD 在协议层 ship 了缺的能力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73152" cy="3520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问题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CLI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64592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user 要 N 进程; agent 要靠 --help 猜命令; 无审计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08483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MCP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359152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 server 侧 capability gate / rate limit / multi-tenant / audit 标准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0080" y="279806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Per-vendor 自研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072384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 vendor 重写 capability/audit/rate limit/token 管理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40080" y="351129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散落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785616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SKILL.md 在各 agent 平台目录, vendor 没有标准方式推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914400"/>
            <a:ext cx="40233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914400"/>
            <a:ext cx="73152" cy="3520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 怎么解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1371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5-msg wire 协议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164592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 / Ping / ToolList / ToolSchema / RunTool — 跨语言中立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846320" y="208483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 runtime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2359152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gate · rate limit · audit · TokenBroker · visibility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846320" y="279806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 兼容现有 MCP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3072384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atd-mcp-bridge: Hermes/Claude/Cursor 不改一行就能用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46320" y="351129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公约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46320" y="3785616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&lt;x&gt;.skills.list/get + atd skills sync 推到 agent 平台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Case Study 总览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全部真跑过 Hermes + DeepSeek-chat — transcript / audit log 公开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6012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97280" y="9601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版本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331720" y="960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概要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0" y="9601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工具调用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78040" y="9601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371600"/>
            <a:ext cx="8229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1371600"/>
            <a:ext cx="54864" cy="5303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137160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97280" y="13716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v1.2.0 q1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331720" y="1371600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我想跑个 5 公里, 帮我评估今天身体状态适不适合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669280" y="137160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ATD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 HRV ✗)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178040" y="137160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绿灯放行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1938528"/>
            <a:ext cx="8229600" cy="53035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1938528"/>
            <a:ext cx="54864" cy="5303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1938528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97280" y="1938528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v1.2.0 q2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331720" y="1938528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对比本周和上周心率/步数/卡路里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669280" y="1938528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ATD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+ 3 Python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178040" y="1938528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完整周对比表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2505456"/>
            <a:ext cx="8229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2505456"/>
            <a:ext cx="54864" cy="5303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2505456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97280" y="2505456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v1.2.0 q3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331720" y="2505456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帮我创建一个本周步数挑战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669280" y="2505456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ATD + 1 cron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Python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178040" y="2505456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33,424/70K + 调整建议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57200" y="3072384"/>
            <a:ext cx="8229600" cy="53035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3072384"/>
            <a:ext cx="54864" cy="5303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307238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097280" y="3072384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v1.2.0 q4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331720" y="3072384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生成今天的健康日报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669280" y="3072384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ATD parallel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+ 1 skill_view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178040" y="3072384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10 指标日报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57200" y="3639312"/>
            <a:ext cx="8229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7200" y="3639312"/>
            <a:ext cx="54864" cy="53035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6928" y="363931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097280" y="363931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v1.4.0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2331720" y="3639312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从医生角度详细分析最近两个月的心率数据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69280" y="3639312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ATD + 8 CLI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178040" y="3639312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医生视角报告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1 · v1.2.0 q1 — 5公里跑步可行性评估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+ DeepSeek; agent 自动选 ATD 工具串联多个数据源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9601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FA1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用户 Prompt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783080" y="96012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我想跑个 5 公里, 帮我评估一下今天身体状态适不适合.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600200"/>
            <a:ext cx="73152" cy="26060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工具调用序列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99339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huawei:hms.healthkit.heartrate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224028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huawei:hms.healthkit.restinghr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48716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huawei:hms.healthkit.sleep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73405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huawei:hms.healthkit.stress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98094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huawei:hms.healthkit.hrv  (HMS 拒)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322783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5 调用并行 (单次 round-trip)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72160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4 success + 1 invalid_args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396849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HRV 失败不影响结论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16002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1600200"/>
            <a:ext cx="73152" cy="26060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实际回复（摘录）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199339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身体状况评估 — 适合跑 5K 吗?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224028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46320" y="248716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静息心率 61 bpm — 正常健康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46320" y="273405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压力值 26 — 身体很放松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46320" y="298094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睡眠 6h40m — 昨晚无中途醒来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322783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当前 HR 98 bpm — 状态稳定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347472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46320" y="372160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结论: 绿灯放行, 注意补水 + 控制配速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396849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(失败的 HRV 路径不影响总结论)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调用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572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5146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成功率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5146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5720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拿到数据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5720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round-trip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294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决策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6294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 ✓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2 · v1.2.0 q2 — 本周 vs 上周健康数据对比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串联多源数据 + execute_code 做 statistics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9601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FA1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用户 Prompt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783080" y="96012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对比本周和上周的心率、静息心率、步数、卡路里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600200"/>
            <a:ext cx="73152" cy="26060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工具调用序列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99339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huawei:hms.healthkit.heartrate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224028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huawei:hms.healthkit.restinghr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48716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huawei:hms.healthkit.steps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73405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huawei:hms.healthkit.calories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98094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322783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🐍 execute_code (Python)  ×3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日期解析 / 周分组 / 统计聚合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72160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396849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4 ATD success + 0 retry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16002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1600200"/>
            <a:ext cx="73152" cy="26060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实际回复（摘录）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199339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给你完整的周对比分析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224028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46320" y="248716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周日均: HR 79 / RHR 64 / 5,214 步 / 318 kcal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46320" y="273405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周四 HR 峰值 153 (强度最大)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46320" y="298094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周三 RHR 最低 63 bpm (心肺最佳)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322783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周六步数最高 6,825 (户外活动)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347472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46320" y="372160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本周 vs 上周: RHR 下降 -6 bpm,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396849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步数 −7%, 卡路里 −9%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调用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572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5146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成功率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5146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5720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分析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5720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294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数据维度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6294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metric × 2 周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3 · v1.2.0 q3 — 本周步数挑战 + cron 推送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拿数据 + cronjob 设定时推送 + Python 算进度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9601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FA1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用户 Prompt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783080" y="96012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帮我创建一个本周步数挑战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600200"/>
            <a:ext cx="73152" cy="26060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工具调用序列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99339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📚 skill_view huawei-healthkit-analysis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224028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huawei:hms.healthkit.healthkit-overview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48716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huawei:hms.healthkit.steps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73405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🐍 execute_code (Python 算进度)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98094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⏰ cronjob create 本周步数挑战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322783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2 ATD + 1 cron + 1 Python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72160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共 0 retry (skill 引导一次成型)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63440" y="16002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1600200"/>
            <a:ext cx="73152" cy="26060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实际回复（摘录）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199339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🏃 本周步数挑战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224028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46320" y="248716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目标: 70,000 步 / 周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273405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已完成: 33,424 / 70,000 = 47.7%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46320" y="298094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46320" y="322783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⏰ 每天早 8:00 自动推送进度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347472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建议下调到 40K/周(日均~5.7K)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372160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先突破日均 5K, 再挑战 10K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调用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5146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辅助工具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5146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 + cron + py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5720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 cron 已创建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6294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提议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6294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70K → 40K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4 · v1.2.0 q4 — 完整健康日报 (10 指标并行)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一次拉 10 个 ATD 工具, 生成结构化日报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9601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FA1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用户 Prompt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783080" y="96012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生成今天的健康日报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600200"/>
            <a:ext cx="73152" cy="26060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工具调用序列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99339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📚 skill_view huawei-healthkit-analysis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224028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huawei:hms.healthkit.healthkit-overview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48716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heartrate    ✓ restinghr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73405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steps        ✓ calories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98094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sleep        ✓ spo2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322783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distance     ✓ stress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activeminutes ✓ vo2max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72160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🐍 execute_code (聚合 + 7 日基线)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396849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10 ATD parallel + 1 skill + py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16002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1600200"/>
            <a:ext cx="73152" cy="26060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实际回复（摘录）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199339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今日健康概览 (vs 7日基线)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224028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46320" y="248716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RHR 61 — 良好(基线 65)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46320" y="273405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步数 2,140 — 走低(基线 4,775)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46320" y="298094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睡眠 6.7h — 略低(推荐 7-8h)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322783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SpO2 98% — 稳定优秀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347472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压力 42 — 正常可控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46320" y="372160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46320" y="396849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建议: 今日步数偏低, 出门走动一下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调用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572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5146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成功率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5146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5720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并行执行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5720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 round-trip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6294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指标维度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6294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5 · v1.4.0 — 医生视角心率分析 (ATD vs CLI 头对头)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 Hermes session, 两个 surface 都摆好 → ATD 严格胜出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9601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FA1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用户 Prompt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783080" y="96012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从医生角度详细分析一下我最近两个月的心率数据, 给出具体的建议.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600200"/>
            <a:ext cx="73152" cy="26060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 path  vs  CLI fallback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99339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ATD heartrate {days:60}  1169ms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224028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ATD restinghr {days:60}   438ms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48716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─────────── 然后 fall through ──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73405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terminal +heartrate (错 wrapper)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98094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healthkit --help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322783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+heartrate --days 60 (HMS 拒)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+heartrate --days 7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72160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--offset (flag 不存在 ×2)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396849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for-loop 8 周 --start/--end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" y="421538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🐍 execute_code (Python 分析)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663440" y="16002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1600200"/>
            <a:ext cx="73152" cy="2606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实际回复（摘录）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199339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心率数据分析 — 医生视角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46320" y="224028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46320" y="248716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RHR 平均 65.9 bpm — 良好(60-70)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46320" y="273405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日均 HR 84 bpm — 正常偏高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298094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第3天峰值 153 (运动区)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322783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第7天最低 41 (低于 50, 监测)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46320" y="347472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46320" y="372160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建议: 7-8h 睡眠 / 中等有氧 3-5×/周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46320" y="396849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若 RHR 持续爬至 75+ 建议就医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46320" y="421538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心悸 / 头晕 → 24h Holter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调用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572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5146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fallback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25146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5720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总耗时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5720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6294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走错路径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6294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次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 协议核心抽象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wire messages + ToolDefinition + per-call CallContext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73152" cy="13716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0058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Wire Messages (length-prefixed JSON over Unix socket)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298448"/>
            <a:ext cx="7955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 { client_id, requested_capabilities }   →  HelloAck { granted, server_version, supported_tiers }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40080" y="1481328"/>
            <a:ext cx="7955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Ping                                          →  Pong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40080" y="1664208"/>
            <a:ext cx="7955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ToolList                                      →  ToolListResponse { tools: [ToolSummary] }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40080" y="1847088"/>
            <a:ext cx="7955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ToolSchema { tool_id }                        →  ToolSchemaResponse { schema: ToolDefinition }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40080" y="2029968"/>
            <a:ext cx="7955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RunTool { tool_id, args, dry_run }            →  ToolResultResponse { result, success } | Error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2423160"/>
            <a:ext cx="40233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423160"/>
            <a:ext cx="73152" cy="20116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514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ToolDefinition (declarative metadata)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2834640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         — &lt;publisher&gt;:&lt;service&gt;.&lt;x&gt;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026664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     — LLM-facing 自然语言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218688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intent_examples — 3 短语帮匹配意图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3410712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input_schema    — JSON Schema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" y="3602736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safety.level    — Read..Destructive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0080" y="3794760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visibility      — Hidden / Read / Write / ...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3986784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required_capabilities — server gate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" y="4178808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           — Hot / Warm / Cold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2423160"/>
            <a:ext cx="40233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2423160"/>
            <a:ext cx="73152" cy="20116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2514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CallContext (per-call ctx)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46320" y="2834640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cwd, max_output_bytes, call_id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3026664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deadline             — 由 tier 推导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3218688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capabilities         — Hello 协商的 granted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46320" y="3410712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tier: ToolTier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46320" y="3602736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caller_id            — 来自 Hello.client_id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46320" y="3794760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secrets              — 来自 TokenBroker (v0.3.0)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46320" y="3986784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Option&lt;Arc&lt;SecretBundle&gt;&gt;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46320" y="4178808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read_tracker         — 跨 connection 共享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运行时门禁: Capability + Rate Limit + Audit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三件 raw MCP 没规范、raw CLI 做不到的 — server 强制, 工具不用自己写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74320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73152" cy="3520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0058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 Gate (SP-12)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371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Hello { requested_capabilities }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7373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server allow-list ∩ requested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granted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94360" y="24688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tool.required ⊂ granted ?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8346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no → ERR_CAPABILITY_DENIED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32004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(1001, retryable: false)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94360" y="35661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yes → Tool::call(...)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00400" y="914400"/>
            <a:ext cx="274320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0" y="914400"/>
            <a:ext cx="73152" cy="3520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37560" y="10058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Limit (SP-op-v1)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37560" y="1371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tool.resources.max_concurrent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337560" y="17373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try_acquire_owned() per call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337560" y="21031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NoPermits →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37560" y="24688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ERR_RATE_LIMITED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337560" y="28346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(1002, retryable: true)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337560" y="32004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permit drops auto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337560" y="35661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fail-fast, 不排队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943600" y="914400"/>
            <a:ext cx="274320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43600" y="914400"/>
            <a:ext cx="73152" cy="35204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80760" y="10058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Log (JSON Lines)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080760" y="1371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ts, call_id, tool_id,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080760" y="17373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caller_id,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080760" y="21031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granted_capabilities,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080760" y="24688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duration_ms, outcome,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080760" y="28346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tier, dry_run,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080760" y="32004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schema_version,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080760" y="35661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secrets_resolved }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TokenBroker 多租户路由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v0.3.0 起 — 一个 server, N caller, N OAuth (raw CLI 做不到)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82296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73152" cy="1417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9875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 point in atd-runtime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28016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trait TokenBroker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fn resolve(caller_id: Option&lt;&amp;str&gt;) -&gt; ResolveFuture&lt;'_&gt;;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→ Ok(Some(SecretBundle)) | Ok(None) | Err(BrokerError)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SecretBundle = HashMap&lt;String, RedactedString&gt;  (Debug → "&lt;redacted&gt;", 永不泄漏值)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8229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468880"/>
            <a:ext cx="73152" cy="20116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5420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v1.4.0 实测: /tmp/hk-audit.jsonl  (3 caller_id 跑同一个工具)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8803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caller_id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377440" y="288036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secrets_resolved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931920" y="28803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03520" y="28803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75120" y="28803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解析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agent-A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377440" y="3200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931920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303520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1169 ms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75120" y="32004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→ agent-A.json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35661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377440" y="3566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931920" y="356616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03520" y="356616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438 ms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75120" y="356616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→ agent-B.json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0080" y="393192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ghost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377440" y="3931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931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3035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75120" y="39319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未注册 → env/saved fallback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跨 Vendor 组合 + Skills 公约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 agent session, N vendor server (CLI 做不到); SKILL.md 一键同步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9875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Cross-vendor (SP-cross-vendor-mock-demo)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1554480"/>
            <a:ext cx="914400" cy="5486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554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Hermes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783080" y="1417320"/>
            <a:ext cx="86868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83080" y="14173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bridge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783080" y="2194560"/>
            <a:ext cx="86868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83080" y="219456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bridge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926080" y="1417320"/>
            <a:ext cx="1463040" cy="4572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26080" y="14173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healthkit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 tools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926080" y="2194560"/>
            <a:ext cx="1463040" cy="4572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26080" y="21945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weather-mock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tools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" y="31089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discover() 看到合并 catalog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huawei:hms.healthkit.* + mock:weather.*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工具按 description 匹配, 不用知道哪个 socket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914400"/>
            <a:ext cx="40233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914400"/>
            <a:ext cx="73152" cy="3520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9875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Meta-tool Convention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132588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&lt;publisher&gt;:&lt;service&gt;.skills.list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15636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Vec&lt;{name, description}&gt;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46320" y="18013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46320" y="20391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&lt;publisher&gt;:&lt;service&gt;.skills.get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22768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args: { name }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46320" y="251460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{ name, content_md }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46320" y="275234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46320" y="299008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atd skills sync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322783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--target { hermes | claude-code | stdout }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46320" y="34655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3703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healthkit_cli v1.3.0 实测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46320" y="3941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26 SKILL.md 同步, diff = 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0" y="417880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ATD 协议改动: 0 (纯命名公约)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三方比较: ATD vs raw CLI vs raw MCP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在协议层 ship 了 raw 选项缺的能力 — 不是 marketing, 是协议 surface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60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维度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697480" y="9601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CLI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617720" y="9601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MCP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37960" y="9601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 ★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371600"/>
            <a:ext cx="8229600" cy="31089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3716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gate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697480" y="137160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617720" y="137160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自己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537960" y="13716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强制 ✓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0" y="168249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97480" y="168249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617720" y="168249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537960" y="168249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per-tool semaphore ✓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1993392"/>
            <a:ext cx="8229600" cy="31089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199339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697480" y="199339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history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617720" y="199339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无规范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537960" y="1993392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Lines ✓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48640" y="230428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token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697480" y="230428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进程 / N token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617720" y="230428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stdio 单租户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537960" y="2304288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TokenBroker ✓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2615184"/>
            <a:ext cx="8229600" cy="31089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261518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visibility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697480" y="261518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617720" y="261518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二元 hidden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537960" y="2615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档 (含 Hidden) ✓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48640" y="2926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levels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2697480" y="292608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617720" y="292608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537960" y="29260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Read..Destructive ✓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57200" y="3236976"/>
            <a:ext cx="8229600" cy="31089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323697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 vendor 组合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2697480" y="323697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自己写 mux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617720" y="323697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需自己 mux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37960" y="323697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桥接多 socket ✓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48640" y="354787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matching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2697480" y="354787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--help 文本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617720" y="354787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 only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537960" y="3547872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 + intent_examples ✓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57200" y="3858768"/>
            <a:ext cx="8229600" cy="31089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8640" y="38587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v1.4 实证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2697480" y="385876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calls / 3 错试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4617720" y="385876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537960" y="3858768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calls / 0 错试 ★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通过 atd-mcp-bridge 兼容现有 MCP 客户端 — Hermes / Claude Code / Cursor 不改一行代码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5-Layer 架构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自上而下: skills → agent → SDK → wire → runtime → tools → service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60120"/>
            <a:ext cx="164592" cy="4297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960120"/>
            <a:ext cx="3657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Layer (adjacent)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26280" y="960120"/>
            <a:ext cx="4160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SKILL.md, atd skills sync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822960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463040"/>
            <a:ext cx="164592" cy="4297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463040"/>
            <a:ext cx="3657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Framework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26280" y="1463040"/>
            <a:ext cx="4160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/ LangChain / Claude / OpenClaw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1965960"/>
            <a:ext cx="164592" cy="42976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1965960"/>
            <a:ext cx="3657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 SDK + CLI + MCP Bridge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26280" y="1965960"/>
            <a:ext cx="4160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atd-sdk, atd-cli, atd-mcp-bridge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468880"/>
            <a:ext cx="164592" cy="429768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2468880"/>
            <a:ext cx="3657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 Wire Protocol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26280" y="2468880"/>
            <a:ext cx="4160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messages, length-prefixed JSON, Unix socket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2971800"/>
            <a:ext cx="164592" cy="4297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2971800"/>
            <a:ext cx="3657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 Server Runtime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26280" y="2971800"/>
            <a:ext cx="4160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atd-runtime + atd-server: capability / rate limit / audit / TokenBroker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474720"/>
            <a:ext cx="164592" cy="42976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3474720"/>
            <a:ext cx="3657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 Tools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26280" y="3474720"/>
            <a:ext cx="4160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healthkit_cli, atd-mock-weather-server, ...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3977640"/>
            <a:ext cx="164592" cy="429768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3977640"/>
            <a:ext cx="3657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Underlying Service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26280" y="3977640"/>
            <a:ext cx="4160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Huawei HMS REST, OpenWeatherMap, ...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Workspace + 上手 5 分钟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crates · 378 tests · Apache-2.0 · 5 行代码写自己的 server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73152" cy="3520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9875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Crates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atd-protocol      wire 格式 + 类型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40080" y="1618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atd-sdk           Rust 客户端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19110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atd-runtime       server runtime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2037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atd-server        Unix socket listener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0080" y="2496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atd-tools-{echo,fs,shell,web}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080" y="2788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atd-ref-server    参考 server bin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40080" y="3081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atd-mcp-bridge    MCP/stdio ↔ wire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0080" y="33741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atd-cli           atd 开发 CLI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0080" y="36667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atd-conformance   35 fixture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40080" y="3959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atd-mock-weather-server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914400"/>
            <a:ext cx="40233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914400"/>
            <a:ext cx="73152" cy="35204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9875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分钟跑通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13258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cargo build --release \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46320" y="15270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-p atd-ref-server \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46320" y="17282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-p atd-cli \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46320" y="192938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-p atd-mcp-bridge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46320" y="21305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46320" y="23317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./target/release/atd-ref-server &amp;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46320" y="25328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27340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atd list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293522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atd schema ref:fs.read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46320" y="3136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atd call ref:echo.say \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46320" y="33375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--args '{"text":"hi"}'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46320" y="35387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46320" y="373989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接 Hermes: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46320" y="394106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hermes mcp add atd-ref \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846320" y="41422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--command ./atd-mcp-bridge \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--env ATD_SOCK=/tmp/atd.sock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029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一句话回顾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8046720" cy="2194560"/>
          </a:xfrm>
          <a:prstGeom prst="rect">
            <a:avLst/>
          </a:prstGeom>
          <a:solidFill>
            <a:srgbClr val="1A2D54"/>
          </a:solidFill>
          <a:ln w="12700">
            <a:solidFill>
              <a:srgbClr val="1A2D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80160"/>
            <a:ext cx="7589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F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= </a:t>
            </a:r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5-message Unix-socket 协议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F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</a:t>
            </a:r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一套 server runtime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F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</a:t>
            </a:r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桥接到任意 agent 平台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Vendor 写一份 server 就被任意 agent 平台用,
</a:t>
            </a:r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并自带审计 / 多租户 / 跨 vendor 组合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CLI 拉不出来、raw MCP 没规范、自研 adapter 每次重写的东西.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52044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实证: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个 case study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全部真跑过 Hermes + DeepSeek-chat:
</a:t>
            </a:r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v1.2.0 q1 5K体能 · q2 周对比 · q3 步数挑战 · q4 健康日报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v1.4.0 医生视角心率分析 (2 ATD vs 8 CLI)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github.com/downsea/atd-mvp   ·   v0.3.0   ·   Apache-2.0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ATD — Agent Tool Dispatch Protocol</dc:title>
  <dc:subject>Introduction grounded in 5 Hermes case studies</dc:subject>
  <dc:creator>atd-mvp maintainers</dc:creator>
  <cp:lastModifiedBy>atd-mvp maintainers</cp:lastModifiedBy>
  <cp:revision>1</cp:revision>
  <dcterms:created xsi:type="dcterms:W3CDTF">2026-04-27T08:30:09Z</dcterms:created>
  <dcterms:modified xsi:type="dcterms:W3CDTF">2026-04-27T08:30:09Z</dcterms:modified>
</cp:coreProperties>
</file>