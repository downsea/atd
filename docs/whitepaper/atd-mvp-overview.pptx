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0"/>
            <a:ext cx="146304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ATD-MVP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Implementation of the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Tool Dispatch Protocol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28016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832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  ·  Apache-2.0  ·  github.com/downsea/atd-mvp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307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tests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crates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conformance fixtures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 tags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SP-12 canonical dispatch   ·   SP-13 architecture doc   ·   SP-refactor-v1 clean decomposition   ·   SP-8 conformance suite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framework invents its own tool-calling format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3931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2588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1325880"/>
            <a:ext cx="6217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BaseTool / StructuredTool hierarchy, Pydantic schemas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" cy="3931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2880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77440" y="1828800"/>
            <a:ext cx="6217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over stdio, tools/list + tools/call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54864" cy="3931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33172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77440" y="2331720"/>
            <a:ext cx="6217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function-calling dict · { type, function, parameters 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54864" cy="3931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83464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377440" y="2834640"/>
            <a:ext cx="6217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dict · { name, description, input_schema }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neutral cross-vendor protocol   ⇒ 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for tool ecosystems.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ATD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neutral wire protocol for agent-to-tool dispatch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73152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270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discover()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892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tools by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domain · tag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4173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417320"/>
            <a:ext cx="73152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5270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02152" y="1892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 tool's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input/output schema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27064" y="14173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27064" y="1417320"/>
            <a:ext cx="73152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5270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call()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64224" y="1892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a tool with args,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typed result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format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9260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Length-prefixed JSON (u32 big-endian + UTF-8 body)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364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36499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socket   ·   stdio   ·   (HTTP — Phase 2)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803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380390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 ·  11 crates  ·  Apache-2.0  ·  342 tests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docs/architecture.md — canonical layer model (SP-13)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Layer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mechanisms · two extensibility mechanisms — from architecture.md §2.2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0391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machine-readable description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intent and invocation contract,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across bindings.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32588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1325880"/>
            <a:ext cx="73152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56432" y="1673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56432" y="20391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pipeline: capability gate,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tier, binding, tool invocation,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middleware.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132588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32588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8504" y="1673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18504" y="20391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Classifications + per-tool runtime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+ connection-scoped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allow-listing.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26080"/>
            <a:ext cx="73152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9992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§4.2.3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0" y="299923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system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32644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/ Warm / Cold — per-call deadline + output budget.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authors signal cost/latency class without fixed numbers.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82312" y="292608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82312" y="2926080"/>
            <a:ext cx="73152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9992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§6.1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96712" y="299923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 extensibility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9472" y="32644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NativeBinding + CliBinding ship today.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REST · AppFunction · Distributed plug in via same trait.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8229600" cy="438912"/>
          </a:xfrm>
          <a:prstGeom prst="rect">
            <a:avLst/>
          </a:prstGeom>
          <a:solidFill>
            <a:srgbClr val="F3E8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02336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 Skills Layer (adjacent) —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project above ATD. Agents call ATD directly, or through Skills. Both traverse identical dispatch.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consumption paths, one protocol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1 — Direct SDK (in-process)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828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 · Rust)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1554480"/>
            <a:ext cx="146304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554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atd-sdk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0" y="1554480"/>
            <a:ext cx="201168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554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(atd-ref-server)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25856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length-prefixed JSON over Unix socket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2 — MCP Bridge (zero-code for any MCP client)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2860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 · Cursor · Hermes)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32461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200400" y="3246120"/>
            <a:ext cx="173736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246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atd-mcp-bridge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(thin forwarder)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2461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303520" y="3246120"/>
            <a:ext cx="128016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3246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server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95020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stdio MCP JSON-RPC                      Unix socket (ATD)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343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traverse identical ATD dispatch.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is ~200 lines — adding a new MCP client costs 5 lines of JSON config.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Layer — SP-12 Canonical Primitives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primitives that make the v3 four-layer dispatch architecture pointable at code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 →  capability gate  →  registry  →  tier  →  binding  →  tool  →  middleware  →  reply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73152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01368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7190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gate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9751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Connection-scoped allow-list declared via --grant-capability.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Un-granted required_capabilities refuse with code 1001 (CapabilityDenied).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1865376"/>
            <a:ext cx="123444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18653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32304"/>
            <a:ext cx="73152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58775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25054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Tier-aware deadlines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7614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/ Warm / Cold tiers drive per-call timeout + max-output budgets.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Overridable via --tier-override hot=timeout_ms=300.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2651760"/>
            <a:ext cx="123444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6517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tier.rs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218688"/>
            <a:ext cx="8229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18688"/>
            <a:ext cx="73152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374136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3291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 abstraction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35478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NativeBinding delegates to the Tool impl (default); CliBinding spawns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and maps JSON args to argv. MCP / REST / AppFunction slot in next.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3438144"/>
            <a:ext cx="123444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34381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binding/*.rs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005072"/>
            <a:ext cx="8229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005072"/>
            <a:ext cx="73152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416052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43000" y="407822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Result-middleware chain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3000" y="43342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success before the wire reply. RedactPathsMiddleware (redacts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$HOME) default-on. Compose via repeated --middleware; disable with none.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03720" y="4224528"/>
            <a:ext cx="123444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42245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middleware.rs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Crate Decomposition (post SP-refactor-v1)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logical separation — 11 crates. Pre-refactor baseline at tag pre-refactor-v1.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41732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23444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atd-protocol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417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0" y="1691640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691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atd-sdk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169164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python/atd_client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141732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48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11680" y="2148840"/>
            <a:ext cx="1417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2148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atd-runtime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141732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06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0" y="260604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atd-tools-echo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66160" y="2606040"/>
            <a:ext cx="1280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atd-tools-fs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2606040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atd-tools-shell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260604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atd-tools-web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063240"/>
            <a:ext cx="14173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63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011680" y="306324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atd-mcp-bridge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520440"/>
            <a:ext cx="14173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520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Binaries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011680" y="3520440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0" y="35204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atd-cli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37560" y="352044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atd-ref-server-bin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3977640"/>
            <a:ext cx="14173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977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011680" y="397764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0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atd-conformance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Real Tools across 4 Domains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in atd-tools-* (SP-1 through SP-5). Safety-classified, visibility-scoped, tier-aware.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ref:echo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09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1417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echo.say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70992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payload echo — test anchor.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67128"/>
            <a:ext cx="82296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67128"/>
            <a:ext cx="7315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ref:fs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551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tools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2585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  ·  fs.write  ·  fs.edit  ·  fs.glob  ·  fs.grep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55117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+ ripgrep-backed search. Must-read-before-edit invariant.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08376"/>
            <a:ext cx="82296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08376"/>
            <a:ext cx="73152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81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ref:shell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tools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309981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shell.exec  ·  shell.pwsh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33924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+ PowerShell. SIGTERM → grace → SIGKILL timeout.  UTF-8-lossy stdout.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849624"/>
            <a:ext cx="82296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849624"/>
            <a:ext cx="73152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922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ref:web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4233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tool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39410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web.fetch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423367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GET. SSRF guard on every redirect hop. HTML → markdown (htmd).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Posture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today  ·  audit + rate-limit + dry-run consistency in flight (SP-operability-v1)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taxonomy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SafetyLevel: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 · Write · Destructive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ToolVisibility: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 · Write · Dangerous · System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TrustLevel: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L1 · L2-tested · L3-audited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2588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4447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SSRF guard (web.fetch)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8013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loopback · link-local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RFC1918 · ULA · CGN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0.0.0.0/8 · TEST-NET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(198.18/15)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Re-checks on every redirect hop.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25880"/>
            <a:ext cx="73152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4447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allowlist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8013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web.fetch accepts only: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Accept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Accept-Language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Referer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User-Agent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+ Cookie rejected.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204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 (SP-operability-v1 design shipped):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 ·  per-connection rate-limit  ·  max_concurrent enforcement  ·  dry-run consistency across tools</a:t>
            </a:r>
            <a:endParaRPr lang="en-US" sz="10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to Phase 2: </a:t>
            </a:r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UCAN capability tokens  ·  tool signature verification  ·  multi-publisher trust marketplace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Integration Paths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mainstream agent systems reach ATD tools  —  ordered by friction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35608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SDK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/ Python agents writing their own loop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0" y="1490472"/>
            <a:ext cx="91440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4904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8229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57400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9933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Bridge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221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· Cursor · Hermes · Continue · Cline · Zed · 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2112264"/>
            <a:ext cx="91440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1122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199339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leverage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569464"/>
            <a:ext cx="8229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679192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26151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OpenAI / Anthropic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28437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as_openai_tools / as_anthropic_tools output straight into SDK calls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2734056"/>
            <a:ext cx="91440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27340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191256"/>
            <a:ext cx="8229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300984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32369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wire client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34655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language; 4-byte length prefix + JSON body + Unix socket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3355848"/>
            <a:ext cx="914400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33558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13048"/>
            <a:ext cx="8229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922776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" y="3858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 / Skills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05840" y="40873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Claude Code · Cursor · 26+ SKILL.md platforms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0" y="3977640"/>
            <a:ext cx="91440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39776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1 + Path 2  —  The entire integration, side by side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1  —  Python agent calling ATD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206240" cy="2514600"/>
          </a:xfrm>
          <a:prstGeom prst="rect">
            <a:avLst/>
          </a:prstGeom>
          <a:solidFill>
            <a:srgbClr val="0F172A"/>
          </a:solidFill>
          <a:ln w="9525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3931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atd_client import AtdClient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atd_client.adapters import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as_openai_tools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with await AtdClient.connect(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sock) as atd: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summaries = await atd.discover()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 = as_openai_tools(summaries)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feed tools to LLM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await atd.call(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"ref:fs.read",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{"path": "README.md"})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2  —  MCP client JSON config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481328"/>
            <a:ext cx="3840480" cy="2514600"/>
          </a:xfrm>
          <a:prstGeom prst="rect">
            <a:avLst/>
          </a:prstGeom>
          <a:solidFill>
            <a:srgbClr val="0F172A"/>
          </a:solidFill>
          <a:ln w="9525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572768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"mcpServers":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"atd":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"command": "atd-mcp-bridge",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"env":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"ATD_SOCK": "/tmp/atd.sock"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drops into Claude Desktop,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Cursor, Hermes, any MCP client.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1: ~10 lines of Python, &lt;10 min.   ·   Path 2: 5 lines of JSON, &lt;2 min to integrate.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+ Framework Adapters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Feature-gated in Rust · lazy-loaded in Python · ToolSummary → per-framework shape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2377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 SDK  ·  atd-sdk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feature-gated  ·  zero LLM SDK runtime dep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as_openai_tools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67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--features adapters-openai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as_anthropic_tools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98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--features adapters-anthropic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072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as_langchain_tools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328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--features adapters-langchain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4023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325880"/>
            <a:ext cx="73152" cy="2377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SDK  ·  atd_client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691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+ async  ·  lazy optional extras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as_openai_tools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267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atd_client.adapters import …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as_anthropic_tools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798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atd_client.adapters import …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3072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as_langchain_tools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328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atd-client[langchain]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713232"/>
          </a:xfrm>
          <a:prstGeom prst="rect">
            <a:avLst/>
          </a:prstGeom>
          <a:solidFill>
            <a:srgbClr val="EFF6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913632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contract: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takes </a:t>
            </a:r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Vec&lt;ToolSummary&gt;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input_schema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preserved end-to-end) and returns the framework's native tool dict.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runtime dependency on the LLM SDK itself — emit the dict, let the caller ship it.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Highlights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end-to-end proofs: protocol independence + cross-vendor agent loop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2377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SP-6  ·  Capstone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hello_atd — zero ANOS dependency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auto-spawns atd-ref-server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10 tools (9 native + ref:external.uname)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echo.say  ·  fs.glob  ·  shell.exec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 tree + license audit published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456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docs/validation/2026-04-23-sp6-capstone.md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25880"/>
            <a:ext cx="73152" cy="2377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SP-7  ·  MCP bridge + LLM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 + DeepSeek-chat — real agent loop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8745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mcp add atd → 10 tools exposed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autonomously selects ref:fs.read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forwards MCP → ATD, tool runs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synthesizes response; transcript archived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456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docs/validation/2026-04-24-sp7-mcp-bridge.md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658368"/>
          </a:xfrm>
          <a:prstGeom prst="rect">
            <a:avLst/>
          </a:prstGeom>
          <a:solidFill>
            <a:srgbClr val="EFF6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5020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proofs of independence.  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runs with zero ANOS dependency (SP-6) and drives a real LLM agent loop across a different vendor stack (SP-7).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Conformance Suite  —  SP-8 (shipped)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validation that any ATD server matches the wire / behavior contract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201168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280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201168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80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binary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280160"/>
            <a:ext cx="201168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280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self-conformance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148840"/>
            <a:ext cx="73152" cy="1554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sanitize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331720" y="2286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" y="26517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sanitization rules — alphanumeric + digit prefix + hyphen preserved, slash → underscore, multiple separators, empty/colon edge cases.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9272" y="214884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19272" y="2148840"/>
            <a:ext cx="73152" cy="1554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93792" y="2286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456432" y="26517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Length-prefixed framing, message types, call_id demux, oversized frame rejection, invalid UTF-8, missing fields, error-code propagation.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81344" y="214884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81344" y="2148840"/>
            <a:ext cx="73152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55864" y="2286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318504" y="26517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invariants: capability-denied returns code 1001; deadlines trigger; visibility filtering; binding dispatch; middleware chain execution.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atd-conformance</a:t>
            </a:r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exposes a library + CLI.   </a:t>
            </a:r>
            <a:pPr indent="0" marL="0">
              <a:buNone/>
            </a:pPr>
            <a:r>
              <a:rPr lang="en-US" sz="105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SP-8.1</a:t>
            </a:r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adds a gated </a:t>
            </a:r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ref:conformance.denied_op</a:t>
            </a:r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 so capability-denial fires end-to-end.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Gap Tracking  —  docs/issues/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known gaps logged. Each issue states current state, impact, and proposed fix or deferral rationale.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624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· machine-readable atd-protocol-schema.json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layer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20440" y="1417320"/>
            <a:ext cx="86868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4173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4023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01368"/>
            <a:ext cx="54864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837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· binding trait has single impl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layer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20440" y="1892808"/>
            <a:ext cx="86868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8928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276856"/>
            <a:ext cx="4023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276856"/>
            <a:ext cx="54864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3134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· tier effectively hardcoded to Warm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24871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layer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20440" y="2368296"/>
            <a:ext cx="86868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3682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52344"/>
            <a:ext cx="4023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752344"/>
            <a:ext cx="54864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788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· preferred_binding hint ignored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29626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layer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20440" y="2843784"/>
            <a:ext cx="86868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284378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227832"/>
            <a:ext cx="4023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227832"/>
            <a:ext cx="54864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2644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· session cancel not implemented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4360" y="34381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layer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20440" y="3319272"/>
            <a:ext cx="86868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33192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1325880"/>
            <a:ext cx="4023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1325880"/>
            <a:ext cx="54864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3624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· resource limits not enforced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0600" y="15361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layer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726680" y="1417320"/>
            <a:ext cx="86868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14173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1801368"/>
            <a:ext cx="4023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1801368"/>
            <a:ext cx="54864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1837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full UCAN capability tokens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00600" y="20116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726680" y="1892808"/>
            <a:ext cx="86868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26680" y="18928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2276856"/>
            <a:ext cx="4023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2276856"/>
            <a:ext cx="54864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23134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trust/signature unverified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00600" y="24871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726680" y="2368296"/>
            <a:ext cx="86868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26680" y="23682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2752344"/>
            <a:ext cx="4023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2752344"/>
            <a:ext cx="54864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2788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audit logging missing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800600" y="29626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726680" y="2843784"/>
            <a:ext cx="86868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26680" y="284378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3227832"/>
            <a:ext cx="40233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63440" y="3227832"/>
            <a:ext cx="54864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32644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dry-run inconsistent per tool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800600" y="34381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726680" y="3319272"/>
            <a:ext cx="86868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26680" y="33192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 them?  </a:t>
            </a:r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 §10 cites every missing-feature row by issue filename — gaps are durable, the roadmap isn't.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Arc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git tags  ·  342 tests  ·  11 crates  ·  191 commits  ·  Apache-2.0 license-clean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8660" y="1453896"/>
            <a:ext cx="22860" cy="31912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99032"/>
            <a:ext cx="164592" cy="16459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32588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SP-1..5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80360" y="1325880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fs · shell · search · web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64592" cy="16459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59105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80360" y="1591056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zero-ANOS hello_atd validation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1929384"/>
            <a:ext cx="164592" cy="16459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85623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1856232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bridge + Hermes/DeepSeek transcript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194560"/>
            <a:ext cx="164592" cy="16459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12140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0360" y="2121408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 release audit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459736"/>
            <a:ext cx="164592" cy="16459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38658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0360" y="2386584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framework adapters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2724912"/>
            <a:ext cx="164592" cy="16459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265176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SP-11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80360" y="2651760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reference docs · ~4500 lines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2990088"/>
            <a:ext cx="164592" cy="16459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291693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80360" y="2916936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dispatch · capability gate · tier · binding · middleware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255264"/>
            <a:ext cx="164592" cy="16459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18211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SP-13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80360" y="3182112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docs/architecture.md — north-star doc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3520440"/>
            <a:ext cx="164592" cy="16459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344728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SP-refactor-v1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80360" y="3447288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crate decomposition · 11 crates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3785616"/>
            <a:ext cx="164592" cy="16459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371246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SP-fmt-clippy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80360" y="3712464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baseline · CI gates added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050792"/>
            <a:ext cx="164592" cy="16459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397764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80360" y="3977640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suite · 32 fixtures · CLI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" y="4315968"/>
            <a:ext cx="164592" cy="16459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424281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SP-8.1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880360" y="4242816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capability-denied gated tool for C2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4581144"/>
            <a:ext cx="164592" cy="16459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450799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SP-operability-v1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80360" y="4507992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rate-limit + dry-run  (design shipped, in flight)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 —  the trail you can follow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first · per-framework guides · wire reference · honest gap log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north-star · SP-13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sections  ·  3 core mechanisms  ·  2 extensibility mechanisms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status tables  ·  7 explicit non-goals  ·  evolution roadmap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11680"/>
            <a:ext cx="73152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214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start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quickstart/rust.md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quickstart/python.md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quickstart/typescript.md (stub)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9272" y="201168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9272" y="2011680"/>
            <a:ext cx="73152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21214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56432" y="2468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integrations/overview.md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  ·  hermes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claude-code  ·  openclaw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201168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2011680"/>
            <a:ext cx="73152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21214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+ gaps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18504" y="2468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protocol/wire-format.md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protocol/error-codes.md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docs/issues/  (10 gaps logged)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~4500 lines across 9 reference docs  ·  source-of-truth aligned with code at each SP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Compatibility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 ·  Protocol-compatible  ·  Not yet supported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/ Client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Path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1280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82296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72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(Python)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0" y="15727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· adapter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29400" y="1618488"/>
            <a:ext cx="169164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6184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65376"/>
            <a:ext cx="82296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865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crewAI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18653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· inherits LangChain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1911096"/>
            <a:ext cx="169164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91109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157984"/>
            <a:ext cx="82296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1579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direct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0" y="21579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 · as_openai_tools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203704"/>
            <a:ext cx="169164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20370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450592"/>
            <a:ext cx="82296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4505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direct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0" y="24505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 · as_anthropic_tools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2496312"/>
            <a:ext cx="169164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24963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743200"/>
            <a:ext cx="82296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743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0" y="2743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· MCP bridge + LLM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9400" y="2788920"/>
            <a:ext cx="169164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278892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035808"/>
            <a:ext cx="82296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0358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· Cursor · Claude Code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0" y="30358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· MCP bridge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29400" y="3081528"/>
            <a:ext cx="169164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30815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328416"/>
            <a:ext cx="82296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3284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· Cline · Zed · OpenAI Codex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57600" y="33284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· MCP bridge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29400" y="3374136"/>
            <a:ext cx="1691640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337413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protocol-compatible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621024"/>
            <a:ext cx="82296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6210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Go · Java agents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657600" y="36210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4 · custom wire client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29400" y="3666744"/>
            <a:ext cx="169164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36667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SDK yet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913632"/>
            <a:ext cx="82296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39136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26+ SKILL.md platforms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657600" y="39136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5 · atd-dispatch skill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629400" y="3959352"/>
            <a:ext cx="169164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9400" y="39593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  —  Architecture-driven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docs/architecture.md §10  ·  Not a commitment calendar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35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SP-operability-v1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389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 +  rate-limit  +  dry-run consistency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69480" y="1417320"/>
            <a:ext cx="128016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1417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627632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audit events, per-connection rate-limit + max_concurrent, dry-run returns NotImplemented on tools that can't honor it.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993392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93392"/>
            <a:ext cx="73152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1031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SP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057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Machine-readable atd-protocol-schema.json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69480" y="2084832"/>
            <a:ext cx="1280160" cy="21945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20848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2295144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schemars-derived JSON Schema for Hello / Discover / Describe / Call / Result. Normative reference — unlocks cross-language codegen and strengthens conformance C1.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660904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60904"/>
            <a:ext cx="73152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7706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SP-8 extensions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27249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Conformance suite broadening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69480" y="2752344"/>
            <a:ext cx="1280160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27523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2962656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categories: redaction middleware contract, binding equivalence, visibility filtering at discover. Covers more of architecture §4 dispatch invariants.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328416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328416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4381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 gen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94560" y="33924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atd skills --target skillmd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69480" y="3419856"/>
            <a:ext cx="128016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34198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adopter-driven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94560" y="3630168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SKILL.md stub generator. Unlocks Path 5 adoption across 26+ SKILL.md platforms without hand-writing skills.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995928"/>
            <a:ext cx="82296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995928"/>
            <a:ext cx="73152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1056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 SDK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94560" y="40599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atd-sdk-ts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69480" y="4087368"/>
            <a:ext cx="128016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0873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94560" y="4297680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Awaits a concrete TS adopter. Path 2 (MCP bridge) and Path 4 (custom wire) cover the interim.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1480" y="48508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atd-mvp v0.1.0   ·   github.com/downsea/atd-mvp   ·   Apache-2.0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80960" y="48508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11430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github.com/downsea/atd-mvp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39903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  ·   342 tests   ·   25 SP tags   ·   11 crates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55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North-star doc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6550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911096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SP-13   ·   canonical layer model + status + roadmap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167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start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1671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docs/quickstart/{rust,python}.md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4231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tool call in &lt; 10 minutes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79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6791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docs/integrations/overview.md  (+ langchain, hermes, claude-code, openclaw)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2935224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paths — pick the lowest friction for your use case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91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reference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1912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docs/protocol/{wire-format,error-codes}.md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44728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non-Rust implementer needs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tracking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3703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docs/issues/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395935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logged gaps   ·   honest debt register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ATD  —  a neutral protocol for cross-vendor agent tool dispatch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ATD-MVP — Reference Implementation of Agent Tool Dispatch</dc:title>
  <dc:subject>Overview of architecture, layers, crate decomposition, status</dc:subject>
  <dc:creator>atd-mvp maintainers</dc:creator>
  <cp:lastModifiedBy>atd-mvp maintainers</cp:lastModifiedBy>
  <cp:revision>1</cp:revision>
  <dcterms:created xsi:type="dcterms:W3CDTF">2026-04-24T10:19:48Z</dcterms:created>
  <dcterms:modified xsi:type="dcterms:W3CDTF">2026-04-24T10:19:48Z</dcterms:modified>
</cp:coreProperties>
</file>