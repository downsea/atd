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BBF24"/>
                </a:solidFill>
                <a:latin typeface="Noto Sans CJK SC"/>
              </a:rPr>
              <a:t>ATD · Agent Tool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Noto Sans CJK SC"/>
              </a:rPr>
              <a:t>ATD 高价值应用场景 ── 7 种 raw 替代品做不到的事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100584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CBD5E1"/>
                </a:solidFill>
                <a:latin typeface="Noto Sans CJK SC"/>
              </a:rPr>
              <a:t>共通点: raw CLI / raw MCP / 自研 adapter 都能勉强能跑,
但要生产质量都得重新实现 ATD ship 的中间层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BD5E1"/>
                </a:solidFill>
                <a:latin typeface="Noto Sans CJK SC"/>
              </a:rPr>
              <a:t>docs/intro/atd-tech-deck.zh.md §4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7 个高价值场景一览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"/>
                <a:gridCol w="6202512"/>
                <a:gridCol w="4510918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#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场景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典型 adopter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1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PHR / 医疗 vertical (合规 + 加密 + 多租户)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celia_phr · healthkit_cli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Agent-Native CLI (一 binary 四出口)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healthkit_cli · agentic-native-cli (mycli) · oh-cli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3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跨厂商工具组合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cross-vendor-demo · healthkit + weather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Embodied agent / 物理仿真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cbrain (MuJoCo + LLM)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5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跨设备 federation (远程 ATD endpoint)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celia-connectors Phase L · healthkit upstream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Agentic IDE / 代码助手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Cursor · Claude Code · 自研 IDE agent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7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多 agent 编排 (orchestrator + N children)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Hermes 'Manager + Specialised Children'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场景 1 — PHR / 医疗 vertical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FHIR R4 + HIPAA PHI 合规</a:t>
            </a:r>
          </a:p>
          <a:p>
            <a:pPr algn="l" lvl="1">
              <a:lnSpc>
                <a:spcPct val="13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atd-middleware-fhir + atd-middleware-pii-redact-medical 即装即用</a:t>
            </a:r>
          </a:p>
          <a:p>
            <a:pPr algn="l" lvl="1">
              <a:lnSpc>
                <a:spcPct val="13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coding system whitelist 通过 drift-guard 跟 celia source set-equal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多用户 / 多 OAuth token</a:t>
            </a:r>
          </a:p>
          <a:p>
            <a:pPr algn="l" lvl="1">
              <a:lnSpc>
                <a:spcPct val="13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TokenBroker + caller_id 路由 · audit 只记 secrets_resolved: bool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多 agent 子委托</a:t>
            </a:r>
          </a:p>
          <a:p>
            <a:pPr algn="l" lvl="1">
              <a:lnSpc>
                <a:spcPct val="13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UCAN-lite Hello.ucan_tokens 走 attenuation chain · Agent A → sub-agent B 「读 patient X 3 个月只读」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跨厂商健康数据</a:t>
            </a:r>
          </a:p>
          <a:p>
            <a:pPr algn="l" lvl="1">
              <a:lnSpc>
                <a:spcPct val="13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华为 HMS / Apple HealthKit / Garmin / Fitbit</a:t>
            </a:r>
          </a:p>
          <a:p>
            <a:pPr algn="l" lvl="1">
              <a:lnSpc>
                <a:spcPct val="13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每 vendor 一 ATD server, agent 看合并 catalog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端到端加密不破</a:t>
            </a:r>
          </a:p>
          <a:p>
            <a:pPr algn="l" lvl="1">
              <a:lnSpc>
                <a:spcPct val="135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DEK 留 Tauri 进程内存 · ATD 仅 dispatch 解密后 JSON · middleware 在 egress 截 PHI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场景 2 — Agent-Native CLI (一 binary 四出口)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mycli --command            # 1. 人类 CLI 子命令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mycli --atd-serve          # 2. ATD Unix server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atd-mcp-bridge → mycli     # 3. MCP-over-stdio (Claude / Cursor)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atd-server-http + mycli    # 4. MCP-over-HTTP (cloud / browser)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77295" cy="210312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给 LLM 暴露的不是 --help 散文而是结构化 description + intent_examples + input_schema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同一工具既给人也给 agent — 行为零分叉 (无 "agent mode" 二份代码)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skills.list / skills.get 让 SKILL.md 跟着 CLI 版本走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场景 3 — 跨厂商工具组合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29260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agent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├── socket A: /tmp/healthkit.sock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│     huawei:hms.healthkit.heartrate.* (27 工具)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│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├── socket B: /tmp/weather.sock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│     openweather:atd-mock-weather.* (3 工具)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│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 └── socket C: ... (任意数量)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Noto Sans Mono CJK SC"/>
              </a:rPr>
              <a:t>atd list → 合并 catalog · 30 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77295" cy="14630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CLI 不能在一进程里同时 +heartrate 和 +weather.now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每 vendor 自治: 自己的 audit / 自己的 broker / 自己的 cap allow-list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场景 4 — Embodied agent / 物理仿真 (cbrain)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为何 ATD Python server 是对的</a:t>
            </a:r>
          </a:p>
          <a:p>
            <a:pPr algn="l" lvl="1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MjData singleton + LLM agent 必须 in-process — Rust server 跨 socket 太慢</a:t>
            </a:r>
          </a:p>
          <a:p>
            <a:pPr algn="l" lvl="1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多 agent 看同一份物理 (shared world)，通过 description 显式声明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Merkle audit 通过 middleware</a:t>
            </a:r>
          </a:p>
          <a:p>
            <a:pPr algn="l" lvl="1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每次 pick / place / reset 都进 chain · post_call 是观察点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ATD 价值 — cbrain 触发了 SP-server-py-v1</a:t>
            </a:r>
          </a:p>
          <a:p>
            <a:pPr algn="l" lvl="1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Python 进程的 atd_server 与 Rust runtime byte-compat (22/24 conformance)</a:t>
            </a:r>
          </a:p>
          <a:p>
            <a:pPr algn="l" lvl="1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同一份 wire 协议 · 物理仿真也能被任何 ATD client 调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Noto Sans CJK SC"/>
              </a:rPr>
              <a:t>•  Bounded: resources.timeout_ms = 2000</a:t>
            </a:r>
          </a:p>
          <a:p>
            <a:pPr algn="l" lvl="1">
              <a:lnSpc>
                <a:spcPct val="140000"/>
              </a:lnSpc>
            </a:pPr>
            <a:r>
              <a:rPr sz="1100" b="0" i="0">
                <a:solidFill>
                  <a:srgbClr val="6B7280"/>
                </a:solidFill>
                <a:latin typeface="Noto Sans CJK SC"/>
              </a:rPr>
              <a:t>    ▸  仿真步 ≤ 2s · LLM 不会卡住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场景 5 — 跨设备 federation (celia 接 healthkit)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AtdUpstreamIngest 通过 atd-sdk + cursor 分页拉远程 FHIR</a:t>
            </a:r>
          </a:p>
          <a:p>
            <a:pPr algn="l" lvl="1">
              <a:lnSpc>
                <a:spcPct val="140000"/>
              </a:lnSpc>
            </a:pPr>
            <a:r>
              <a:rPr sz="1000" b="0" i="0">
                <a:solidFill>
                  <a:srgbClr val="6B7280"/>
                </a:solidFill>
                <a:latin typeface="Noto Sans CJK SC"/>
              </a:rPr>
              <a:t>    ▸  每条记录加 meta.source = atd://&lt;endpoint&gt;/&lt;tool&gt; provenance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CursorStore — 持久化为 FHIR Basic 资源</a:t>
            </a:r>
          </a:p>
          <a:p>
            <a:pPr algn="l" lvl="1">
              <a:lnSpc>
                <a:spcPct val="140000"/>
              </a:lnSpc>
            </a:pPr>
            <a:r>
              <a:rPr sz="1000" b="0" i="0">
                <a:solidFill>
                  <a:srgbClr val="6B7280"/>
                </a:solidFill>
                <a:latin typeface="Noto Sans CJK SC"/>
              </a:rPr>
              <a:t>    ▸  CRDT max-by-advanced_at + Lamport tiebreaker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SyncOrchestrator — tick scheduler</a:t>
            </a:r>
          </a:p>
          <a:p>
            <a:pPr algn="l" lvl="1">
              <a:lnSpc>
                <a:spcPct val="140000"/>
              </a:lnSpc>
            </a:pPr>
            <a:r>
              <a:rPr sz="1000" b="0" i="0">
                <a:solidFill>
                  <a:srgbClr val="6B7280"/>
                </a:solidFill>
                <a:latin typeface="Noto Sans CJK SC"/>
              </a:rPr>
              <a:t>    ▸  ±20% jitter · 指数退避 1m→5m→30m→2h · 5-failure → Degraded</a:t>
            </a:r>
          </a:p>
          <a:p>
            <a:pPr algn="l" lvl="1">
              <a:lnSpc>
                <a:spcPct val="140000"/>
              </a:lnSpc>
            </a:pPr>
            <a:r>
              <a:rPr sz="1000" b="0" i="0">
                <a:solidFill>
                  <a:srgbClr val="6B7280"/>
                </a:solidFill>
                <a:latin typeface="Noto Sans CJK SC"/>
              </a:rPr>
              <a:t>    ▸  per-task tokio::spawn 失败隔离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远程 server 重启返回 1020 ERR_CURSOR_EXPIRED</a:t>
            </a:r>
          </a:p>
          <a:p>
            <a:pPr algn="l" lvl="1">
              <a:lnSpc>
                <a:spcPct val="140000"/>
              </a:lnSpc>
            </a:pPr>
            <a:r>
              <a:rPr sz="1000" b="0" i="0">
                <a:solidFill>
                  <a:srgbClr val="6B7280"/>
                </a:solidFill>
                <a:latin typeface="Noto Sans CJK SC"/>
              </a:rPr>
              <a:t>    ▸  CursorStore::invalidate 标 tombstone · 重启拉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Noto Sans CJK SC"/>
              </a:rPr>
              <a:t>•  Vendor 中性</a:t>
            </a:r>
          </a:p>
          <a:p>
            <a:pPr algn="l" lvl="1">
              <a:lnSpc>
                <a:spcPct val="140000"/>
              </a:lnSpc>
            </a:pPr>
            <a:r>
              <a:rPr sz="1000" b="0" i="0">
                <a:solidFill>
                  <a:srgbClr val="6B7280"/>
                </a:solidFill>
                <a:latin typeface="Noto Sans CJK SC"/>
              </a:rPr>
              <a:t>    ▸  celia-connectors 不知道 healthkit · 任何 ATD-speaking server 都能接入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场景 6 — Agentic IDE / 代码助手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0918"/>
                <a:gridCol w="6766377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痛点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ATD 答案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每个 IDE 重复实现 fs / shell / web 工具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ref:fs.* / ref:shell.* / ref:web.* 一份 server 喂多 IDE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不知道 agent 跑了哪些 shell 命令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AuditSink JSON Lines · 团队可 review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agent 默认可写, 误删风险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Capability 默认只读 · 需要时升权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建议 vs 执行混在一起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dry-run 短路 · 拿 preview 决定真跑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场景 7 — 多 agent 编排 (orchestrator + N children)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782"/>
                <a:gridCol w="6202512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痛点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ATD 答案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Parent 委托 child 不给 child 全部权限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UCAN-lite delegation chain · attenuation 自动收缩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Child 失败不让 parent 的 audit 混乱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caller_id 隔离 audit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Child 共享 parent 的 OAuth token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TokenBroker 按 caller_id 路由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不同 child 走不同 vendor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Cross-vendor 合并 catalog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Keystone: 「分享我近 3 个月心率给王医生, 7 天后失效」 — UCAN-lite 的产品化触发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Active adopters 当前一览 (post-1.0)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3383188"/>
                <a:gridCol w="5074782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Adopter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覆盖场景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状态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healthkit_cli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 + 2 + 3 + 5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case study v1.4.0 头对头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celia_phr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 + 5 + 7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closed-verified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cbrain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4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adopter-validation cycle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oh-cli / mycli (ANC)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2 + 6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mcp-native-v1 落地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Dormant — 等具名 adopter trigger 才激活的能力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3947053"/>
                <a:gridCol w="4510918"/>
              </a:tblGrid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能力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状态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触发条件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UCAN-lite delegation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shipped end-to-end · 生产仍走 bearer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具名 adopter 真启 sub-agent delegation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atd-ts SDK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pre-design research 1107 行落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具名 ArkTS agent-runtime adopter 出现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Noto Sans CJK SC"/>
                        </a:rPr>
                        <a:t>SP-cli-dispatcher-v1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wire CliBindingConfig 1.1.0 已 ship 类型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具名 declarative-manifest adopter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ATD post-1.0 SP 触发模式: 具名 adopter 拉动, 不抢跑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7 场景的共通点 — ATD 一次性 ship 的中间层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783080"/>
            <a:ext cx="11277295" cy="475488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11535" cy="438912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F3A5F"/>
                </a:solidFill>
                <a:latin typeface="Noto Sans CJK SC"/>
              </a:rPr>
              <a:t>•  Capability gate · 跨 transport 一致 · dispatch 层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F3A5F"/>
                </a:solidFill>
                <a:latin typeface="Noto Sans CJK SC"/>
              </a:rPr>
              <a:t>•  Audit log · 结构化 JSON Lines · 非阻塞 mpsc · metrics 暴露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F3A5F"/>
                </a:solidFill>
                <a:latin typeface="Noto Sans CJK SC"/>
              </a:rPr>
              <a:t>•  Multi-tenant token routing · caller_id · OAuth bearer · UCAN-lite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F3A5F"/>
                </a:solidFill>
                <a:latin typeface="Noto Sans CJK SC"/>
              </a:rPr>
              <a:t>•  Cursor 分页 · HMAC 签名 · cross-tool 重放防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F3A5F"/>
                </a:solidFill>
                <a:latin typeface="Noto Sans CJK SC"/>
              </a:rPr>
              <a:t>•  Middleware pipeline · 中间件 trait 开放 (FHIR / PHI 等可 mix-and-match)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F3A5F"/>
                </a:solidFill>
                <a:latin typeface="Noto Sans CJK SC"/>
              </a:rPr>
              <a:t>•  Bindings trait 开放 (Native / Cli / 未来 Grpc / Wasm / Mcp)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F3A5F"/>
                </a:solidFill>
                <a:latin typeface="Noto Sans CJK SC"/>
              </a:rPr>
              <a:t>•  Skill 同步 · skills.list / skills.get + atd skills sync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F3A5F"/>
                </a:solidFill>
                <a:latin typeface="Noto Sans CJK SC"/>
              </a:rPr>
              <a:t>•  Cross-vendor 桥接 · 多 socket · 合并 catalog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04 · ATD 高价值应用场景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ATD 的本质 — 写一次,被任意 agent 平台用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828800"/>
            <a:ext cx="11277295" cy="3931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728655" cy="32004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FFFFFF"/>
                </a:solidFill>
                <a:latin typeface="Noto Sans CJK SC"/>
              </a:rPr>
              <a:t>ATD = 一份冻结的 5-message 中立协议
+ 一套可装配的 server runtime (8 中间层)
+ 一组桥接 (MCP-bridge · SDK · CLI)
vendor 写一份 server, 被任意 agent 平台用,
自带审计 / 多租户 / 跨 vendor 组合 / 子委托。
—— 这是协议层差异, 不是工具能力差异。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