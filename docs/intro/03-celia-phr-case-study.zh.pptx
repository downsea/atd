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BBF24"/>
                </a:solidFill>
                <a:latin typeface="Noto Sans CJK SC"/>
              </a:rPr>
              <a:t>ATD · Agent Tool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Noto Sans CJK SC"/>
              </a:rPr>
              <a:t>celia_phr 案例 ── ATD 最复杂 adopter 的端到端解析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10058400" cy="1828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CBD5E1"/>
                </a:solidFill>
                <a:latin typeface="Noto Sans CJK SC"/>
              </a:rPr>
              <a:t>本地优先 · 零知识 · 专利级 PHR · 3 shell × 4 binding × cross-vendor federation
驱动了 5 个 ATD SP, 是 ATD 在生产规模下能站住的证明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CBD5E1"/>
                </a:solidFill>
                <a:latin typeface="Noto Sans CJK SC"/>
              </a:rPr>
              <a:t>基于 celia_phr/docs/ARCHITECTURE.md + ATD 三份宪法 + 5 SP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celia_phr 是什么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91640"/>
            <a:ext cx="11277295" cy="155448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11535" cy="1280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1A1A1A"/>
                </a:solidFill>
                <a:latin typeface="Noto Sans CJK SC"/>
              </a:rPr>
              <a:t>本地优先、零知识、专利级 Personal Health Record 应用。
DEK 只在易失内存 / 三 shell 一份 Rust core / ATD 是其 agent 表面的中立调度协议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608734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Noto Sans CJK SC"/>
              </a:rPr>
              <a:t>业务核心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5934" y="3657600"/>
            <a:ext cx="76685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Rust ~41k LoC · 8 crate (auth/FHIR/crypto/vc/crdt/sub/RBAC)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3608734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Noto Sans CJK SC"/>
              </a:rPr>
              <a:t>Agent 表面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5934" y="4206240"/>
            <a:ext cx="76685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celia binary — CLI + ATD UDS + atd-mcp-bridge + atd-server-http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3608734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Noto Sans CJK SC"/>
              </a:rPr>
              <a:t>三 shell 运行时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5934" y="4754880"/>
            <a:ext cx="76685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Tauri 2.x 桌面 + Capacitor 6 移动 + PWA WebAssembly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3608734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Noto Sans CJK SC"/>
              </a:rPr>
              <a:t>存储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5934" y="5303520"/>
            <a:ext cx="76685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SQLite (rusqlite native; PWA 走 sqlite-wasm-rs / IndexedDB)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3608734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Noto Sans CJK SC"/>
              </a:rPr>
              <a:t>专利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5934" y="5852160"/>
            <a:ext cx="76685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§13.1 device-local DEK · §13.4 多 agent 隔离 · §13.5 multi-binding equivalence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3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8 条隐私不变量 (每 PR review 抓)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1277293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188"/>
                <a:gridCol w="5074782"/>
                <a:gridCol w="2819323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SC"/>
                        </a:rPr>
                        <a:t>不变量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强制位置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SC"/>
                        </a:rPr>
                        <a:t>验证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§13.1 DEK 只在易失内存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celia-core/auth/key_cache.rs (Mutex&lt;HashMap&lt;UserId,Box&lt;Zeroizing&lt;[u8;32]&gt;&gt;&gt;&gt;)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gcore 双 dump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§13.1 Pattern A — DEK 父子只过 Unix socket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src-tauri/agent_bootstrap.rs + celia-cli/parent_ipc.rs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serve-pattern-a-test.sh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§3 AES-256-GCM + SHA-256 双查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fhir_store.rs::decrypt_and_verify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171 cargo 测试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§4 版本化 append + 软删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FhirStore::create/update/soft_delete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单元测试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Coding 白名单 6 类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celia-core/fhir/systems.rs (75-entry)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写入 validation gate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Agent gateway per-user in-process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celia-tools::dispatch_for_caller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3-dim RBAC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Multi-agent isolation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consent.grantee + CallerKind::External {agent_id}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9 cargo 测试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Multi-binding equivalence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celia-tools transport-agnostic; 每 binding route 同 dispatch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Phase J parity 6/6 + UDS↔HTTP byte-identical 2/2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4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3 shell 单 Rust core 架构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91640"/>
            <a:ext cx="11277295" cy="49377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E5E7EB"/>
                </a:solidFill>
                <a:latin typeface="Noto Sans Mono CJK SC"/>
              </a:rPr>
              <a:t>                 apps/web (React, 单 codebase)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E5E7EB"/>
                </a:solidFill>
                <a:latin typeface="Noto Sans Mono CJK SC"/>
              </a:rPr>
              <a:t>                              │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E5E7EB"/>
                </a:solidFill>
                <a:latin typeface="Noto Sans Mono CJK SC"/>
              </a:rPr>
              <a:t>                  services/celia-runtime.ts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E5E7EB"/>
                </a:solidFill>
                <a:latin typeface="Noto Sans Mono CJK SC"/>
              </a:rPr>
              <a:t>                  ┌──────────┴──────────┐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E5E7EB"/>
                </a:solidFill>
                <a:latin typeface="Noto Sans Mono CJK SC"/>
              </a:rPr>
              <a:t>                  │ isInTauri()         │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E5E7EB"/>
                </a:solidFill>
                <a:latin typeface="Noto Sans Mono CJK SC"/>
              </a:rPr>
              <a:t>                  │ isInCapacitor()     │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E5E7EB"/>
                </a:solidFill>
                <a:latin typeface="Noto Sans Mono CJK SC"/>
              </a:rPr>
              <a:t>                  │ isInBrowser()       │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E5E7EB"/>
                </a:solidFill>
                <a:latin typeface="Noto Sans Mono CJK SC"/>
              </a:rPr>
              <a:t>                  └──────────┬──────────┘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E5E7EB"/>
                </a:solidFill>
                <a:latin typeface="Noto Sans Mono CJK SC"/>
              </a:rPr>
              <a:t>       ┌─────────────────────┼─────────────────────┐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E5E7EB"/>
                </a:solidFill>
                <a:latin typeface="Noto Sans Mono CJK SC"/>
              </a:rPr>
              <a:t>       ▼                     ▼                     ▼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E5E7EB"/>
                </a:solidFill>
                <a:latin typeface="Noto Sans Mono CJK SC"/>
              </a:rPr>
              <a:t>  Tauri 2.x desktop    Capacitor 6 mobile     PWA / Browser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E5E7EB"/>
                </a:solidFill>
                <a:latin typeface="Noto Sans Mono CJK SC"/>
              </a:rPr>
              <a:t>       │                     │                     │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E5E7EB"/>
                </a:solidFill>
                <a:latin typeface="Noto Sans Mono CJK SC"/>
              </a:rPr>
              <a:t>  8 #[tauri::command]  UniFFI Swift/Kotlin    celia-core-wasm 1.4MB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E5E7EB"/>
                </a:solidFill>
                <a:latin typeface="Noto Sans Mono CJK SC"/>
              </a:rPr>
              <a:t>       └─────────────────────┴─────────────────────┘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E5E7EB"/>
                </a:solidFill>
                <a:latin typeface="Noto Sans Mono CJK SC"/>
              </a:rPr>
              <a:t>                              ▼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E5E7EB"/>
                </a:solidFill>
                <a:latin typeface="Noto Sans Mono CJK SC"/>
              </a:rPr>
              <a:t> ╔══════════════════════════════════════════════════╗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E5E7EB"/>
                </a:solidFill>
                <a:latin typeface="Noto Sans Mono CJK SC"/>
              </a:rPr>
              <a:t> ║  crates/celia-core (Rust 40k LoC, 单 source)     ║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E5E7EB"/>
                </a:solidFill>
                <a:latin typeface="Noto Sans Mono CJK SC"/>
              </a:rPr>
              <a:t> ║  crypto + fhir + db + auth + vc + crdt + sub     ║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E5E7EB"/>
                </a:solidFill>
                <a:latin typeface="Noto Sans Mono CJK SC"/>
              </a:rPr>
              <a:t> ╚══════════════════════════════════════════════════╝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5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21 工具 · 4 binding 路径 · 同一份业务代码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91640"/>
            <a:ext cx="11277295" cy="4114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LLM agent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│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├── (1) Tauri 命令 in-process   →  celia-tools::dispatch_for_caller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├── (2) ATD UDS                   →  atd_runtime::dispatch::run_tool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├── (3) MCP-stdio + atd-mcp-bridge → ATD UDS → 同上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└── (4) MCP-over-HTTP + atd-server-http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                                →  atd_runtime::dispatch::run_tool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每条路径都通过相同的 RBAC + capability + audit + middleware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→ §13.1 / §13.4 / §13.5 在每条路径自动 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Parity test: tests/e2e_parity.rs 验证 UDS / HTTP 两 transport 对同一 call byte-identical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celia 触发的 5 个 ATD SP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4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6550"/>
                <a:gridCol w="4510918"/>
                <a:gridCol w="4059826"/>
              </a:tblGrid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SP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celia 痛点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ATD 答案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SP-streamable-http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云端 PHR 需 HTTP, UDS 跨 host 走不通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atd-server-http · 同 dispatch entry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SP-token-broker-phase2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HTTP bearer · 多 token 形式 · SSE 长流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resolve_bearer + 11 BearerOutcome + 60s SSE refresh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SP-capability-v2 (UCAN-lite)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Hermes orchestrator+N children · flat RBAC 强迫重 pair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Hello.ucan_tokens · JWT Ed25519 did:key · attenuation chain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SP-medical-middleware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celia 已实现 FHIR + PHI 在错误层 · 应让其他 vendor 复用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atd-middleware-fhir + atd-middleware-pii-redact-medical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SP-concurrency-baseline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10-concurrent benchmark 60% session-init failure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multi_thread + frame deadline + SDK retry + audit mpsc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7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SP-streamable-http (1.B) — HTTP transport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83080"/>
            <a:ext cx="11277295" cy="457200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Trigger: celia 是云端可托管 PHR · Unix socket 跨 host 走不通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Ship: atd-server-http crate (axum + hyper)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覆盖能力:</a:t>
            </a:r>
          </a:p>
          <a:p>
            <a:pPr algn="l" lvl="1">
              <a:lnSpc>
                <a:spcPct val="145000"/>
              </a:lnSpc>
            </a:pPr>
            <a:r>
              <a:rPr sz="1100" b="0" i="0">
                <a:solidFill>
                  <a:srgbClr val="6B7280"/>
                </a:solidFill>
                <a:latin typeface="Noto Sans CJK SC"/>
              </a:rPr>
              <a:t>    ▸  MCP JSON-RPC translator</a:t>
            </a:r>
          </a:p>
          <a:p>
            <a:pPr algn="l" lvl="1">
              <a:lnSpc>
                <a:spcPct val="145000"/>
              </a:lnSpc>
            </a:pPr>
            <a:r>
              <a:rPr sz="1100" b="0" i="0">
                <a:solidFill>
                  <a:srgbClr val="6B7280"/>
                </a:solidFill>
                <a:latin typeface="Noto Sans CJK SC"/>
              </a:rPr>
              <a:t>    ▸  bearer auth (Authorization: Bearer ...)</a:t>
            </a:r>
          </a:p>
          <a:p>
            <a:pPr algn="l" lvl="1">
              <a:lnSpc>
                <a:spcPct val="145000"/>
              </a:lnSpc>
            </a:pPr>
            <a:r>
              <a:rPr sz="1100" b="0" i="0">
                <a:solidFill>
                  <a:srgbClr val="6B7280"/>
                </a:solidFill>
                <a:latin typeface="Noto Sans CJK SC"/>
              </a:rPr>
              <a:t>    ▸  origin gate (CSRF defense for browser MCP clients)</a:t>
            </a:r>
          </a:p>
          <a:p>
            <a:pPr algn="l" lvl="1">
              <a:lnSpc>
                <a:spcPct val="145000"/>
              </a:lnSpc>
            </a:pPr>
            <a:r>
              <a:rPr sz="1100" b="0" i="0">
                <a:solidFill>
                  <a:srgbClr val="6B7280"/>
                </a:solidFill>
                <a:latin typeface="Noto Sans CJK SC"/>
              </a:rPr>
              <a:t>    ▸  SSE refresh helper (60s 心跳 re-resolve token)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关键复用: 同一份 atd_runtime::dispatch::dispatch_request — UDS / HTTP 共享 dispatch 逻辑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v1.B 闭环: TLS termination / OAuth / 请求签名 留给 adopter (ATD 只管 transport + bearer 管线)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8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SP-token-broker-phase2 — multi-format bearer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0918"/>
                <a:gridCol w="6766377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BearerOutcome 变体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HTTP 映射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Ok / OkShrunk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200 + 正常 dispatch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Expired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401 + WWW-Authenticate error=invalid_token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Revoked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401 + ... error_description=revoked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Unknown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401 + ... error=invalid_token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Internal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500 + 不漏内部信息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Lookup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503 + Retry-After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RateLimited / NetTimeout / Unsupported / ...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对应 HTTP 状态码 + headers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03504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SSE 60s 心跳 re-resolution → RefreshEvent::Refreshed / AuthLost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9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SP-capability-v2 — UCAN-lite delegation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83080"/>
            <a:ext cx="11277295" cy="1828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Trigger: Hermes orchestrator + N specialised children
  → 用户已经信任 Parent agent, 但 Parent 想让 child 看 patient X 3 个月只读
  → celia flat RBAC 强迫用户重 pair 每个 child (错的隐私姿态)
Keystone scenario: 「分享我近 3 个月心率给王医生, 7 天后失效」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295" cy="228600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Hello.ucan_tokens: Vec&lt;String&gt; additive (pre-SP server 透明降级)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UCAN-lite v1.0 profile — JWT compact, Ed25519, did:key only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cmd="atd-cap" 把 ATD 字符串 cap tunnel 进 UCAN payload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granted = strings ∪ ucan (联合不交集 — UCAN 已 attenuated)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max_ucan_chain_depth: u8 (默认 5, 可配; 防 verifier DoS)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10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UCAN-lite payload 示例 — Agent A → child 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91640"/>
            <a:ext cx="11277295" cy="4114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{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"iss": "did:key:z&lt;A's pubkey&gt;",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"aud": "did:key:z&lt;B's pubkey&gt;",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"sub": "did:key:z&lt;A's pubkey&gt;",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"cmd": "atd-cap",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"args": {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  "caps": ["records:read"],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  "with": [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    { "patient": "Patient/abc123" }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  ]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},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"nonce": "&lt;random 16 bytes, base64url&gt;",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"exp": 1736208000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args.with 与 celia consent.patient_filter 1:1 — 同语义跨 UCAN / SQLite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11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UCAN-lite 撤销 — 2 层组合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913"/>
                <a:gridCol w="6991922"/>
                <a:gridCol w="2255459"/>
              </a:tblGrid>
              <a:tr h="1219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层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机制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延迟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Tier 1 (强制)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TTL — 每 link 的 exp · 走得过期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TTL 决定 worst-case (人发: 24h; 服务: ≤60s)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Tier 2 (可选)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UcanRevocationStore trait · 进程内 store · is_revoked(cid)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Celia UI revoke → store.insert → 下次 Hello 失败 (ms 内)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5166360"/>
            <a:ext cx="10911535" cy="11430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1F3A5F"/>
                </a:solidFill>
                <a:latin typeface="Noto Sans CJK SC"/>
              </a:rPr>
              <a:t>组合 SP-token-broker-phase2 §4.8 — BrokerError::Revoked 复用同变体, 无新错误码。
SSE 长流: 60s 心跳 re-resolve, end-to-end 撤销最坏 ≤ 60s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UCAN-lite 当前状态 — shipped-dormant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9021836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维度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状态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代码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✅ shipped end-to-end (27 unit + 12 integration green)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生产流量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🟡 仍走 ce_&lt;hex&gt; bearer · 因为无 adopter 真在 mint chain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adopter 路径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✅ celia 27 测试可启 (TokenBroker 不依赖 + 共存)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唤醒触发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🔮 当具名 adopter 真实启用 sub-agent delegation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93776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Keystone scenario: 「分享我近 3 个月心率给王医生, 7 天后失效」 — 该场景产品化时即激活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13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SP-medical-middleware — 2 个独立 crate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13716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SC"/>
                        </a:rPr>
                        <a:t>Crate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内容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atd-middleware-fhir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75-URI coding system 白名单 (与 celia source set-equal, drift-guard 双 CI gate) · 12-resource Celia-subset required-field 校 · 3 个 MismatchPolicy (AnnotateAndPass / ReplaceWithError / StripOffending)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atd-middleware-pii-redact-medical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18 HIPAA Safe Harbor identifier × 13 JSON-Pointer × 7 RedactionStrategy (Strip/Token/FirstCharPrefix/HashSha256Truncated/YearOnly/ZipPrefix3) · 5 catch-all 正则 (SSN/license/IP/URL/email) · fhir_aware opt-in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03504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关键: CallEvent schema 不变 · PHI 永不出现在 audit · 「audit 看到 redacted result」是 non-problem under v1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14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SP-concurrency-baseline — 5 轴干预 (全 back-compat)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9021836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轴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改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Server runtime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current_thread → multi_thread tokio · ATD_WORKER_THREADS env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Wire deadline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WireError::Timeout · read/write_frame_with_deadline · 5s 握手 / 30s 活跃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SDK retry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AtdClient::connect 指数退避 (5× · 50→800ms · ±20% jitter)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Audit sink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JsonLinesAuditSink 重写 bounded mpsc + 专用 drain · on_call non-blocking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Metrics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MetricsCounters + Server::metrics_snapshot() · 5 counter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03504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celia adopter zero source edit · 仅 cargo rebuild 即生效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15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SP-concurrency-baseline — before / after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45920"/>
            <a:ext cx="5410047" cy="4846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324447" y="1645920"/>
            <a:ext cx="5410047" cy="4846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044287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3A5F"/>
                </a:solidFill>
                <a:latin typeface="Noto Sans CJK SC"/>
              </a:rPr>
              <a:t>❌ Pre-SP (incident)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7327" y="1783080"/>
            <a:ext cx="5044287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3A5F"/>
                </a:solidFill>
                <a:latin typeface="Noto Sans CJK SC"/>
              </a:rPr>
              <a:t>✅ Post-SP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5044287" cy="397764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10-concurrent benchmark: 60% session-init failure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6/10 sessions prompt_tokens ~180 (no-tools fallback)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Hermes log: Connection lost ×N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Wall clock ~71s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331720"/>
            <a:ext cx="5044287" cy="397764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Ref-server storm n=50: p99=125ms 错=0 audit_drops=0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celia iter-4 SHARP baseline 120Q: 0 rate-limit / 0 connection 失败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10/10 sessions full schema loaded (prompt_tokens ~5200)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Wall 主由 DeepSeek LLM round-trip 决定 (非 ATD overhead)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Phase L federation — celia 接 healthkit 当远程 ATD endpoint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91640"/>
            <a:ext cx="11277295" cy="4114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celia-connectors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├── AtdUpstreamIngest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│     - atd-sdk + cursor 分页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│     - Provenance (meta.source = atd://&lt;endpoint&gt;/&lt;tool&gt;)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│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├── CursorStore trait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│     - InMemory + FhirBasicCursorStore (CRDT max-by-advanced_at + Lamport)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│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└── SyncOrchestrator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    - tick scheduler + ±20% jitter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    - 指数退避 1m → 5m → 30m → 2h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    - 5-failure → Degraded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    - per-task tokio::spawn 失败隔离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    - audit events via atd-runtime::AuditSink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1020 ERR_CURSOR_EXPIRED → CursorStore::invalidate 标 tombstone, 下次从头拉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17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端到端数据流 [1/2] — agent → dispatch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91640"/>
            <a:ext cx="11277295" cy="49377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1. 用户在 Tauri app 输入「给我看 patient X 最近 3 个月血压」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2. apps/web/services/agent-api.ts → invoke('celia_chat_stream', {...})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3. src-tauri/commands.rs → spawn Hermes orchestrator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4. Hermes orchestrator (LLM) sees 21 ATD tools + 19 SKILL.md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pick 'celia:phr.observation.search'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args = {patient_id: 'Patient/X', code: '85354-9 (BP)',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        date_range: '2026-02..2026-05'}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5. Hermes 发 RunTool over ATD UDS (Pattern A child socket)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6. atd_runtime::dispatch::dispatch_request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├── Hello cap gate: granted = ['records:read', 'patient:X']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│   (UCAN-lite chain attenuated)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├── required = ['records:read']  ✓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├── tier = Warm, deadline = 5s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├── TokenBroker::resolve('hermes-orch')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│     → SecretBundle{user_id, dek_ref}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└── NativeBinding::invoke → celia_tools::dispatch_for_caller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18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端到端数据流 [2/2] — RBAC → middleware → audit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91640"/>
            <a:ext cx="11277295" cy="49377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7. celia-core RBAC check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consent.grantee = 'agent:hermes-orch'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consent.patient_filter = 'Patient/X' ✓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consent.scope ⊇ ['records:read']    ✓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8. celia-core fhir_store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SELECT ... WHERE patient_id='Patient/X' AND date BETWEEN ...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for each row: decrypt_and_verify(encrypted_data, dek, hash)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9. Middleware pipeline (post-dispatch, on Value)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├── FhirMiddleware: resourceType ∈ {12} ✓ · system ∈ 75 ✓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├── PiiRedactMiddleware: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│     /name → Token('NAME')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│     /telecom → Token('PHONE')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│     /address postalCode → ZipPrefix3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│     /birthDate → YearOnly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└── RedactPathsMiddleware (本例无 $HOME)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10. AuditSink::on_call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 CallEvent { ts, call_id, tool_id, caller_id, granted,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             duration_ms: 47, outcome: Success,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             tier: 'warm', secrets_resolved: true, ... }</a:t>
            </a:r>
          </a:p>
          <a:p>
            <a:pPr>
              <a:lnSpc>
                <a:spcPct val="120000"/>
              </a:lnSpc>
            </a:pPr>
            <a:r>
              <a:rPr sz="1100" b="0" i="0">
                <a:solidFill>
                  <a:srgbClr val="E5E7EB"/>
                </a:solidFill>
                <a:latin typeface="Noto Sans Mono CJK SC"/>
              </a:rPr>
              <a:t>    → JSONL via bounded mpsc → 不阻 dispatch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19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反事实分析 — 不用 ATD celia 要自实现什么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1277294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SC"/>
                        </a:rPr>
                        <a:t>自实现成本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SC"/>
                        </a:rPr>
                        <a:t>ATD 已 ship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MCP / HTTP / Unix server 三套 transport 逻辑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atd-server + atd-server-http + atd-mcp-bridge 共用 dispatch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Capability gate 跨 transport 一致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Hello.granted_capabilities + dispatch gate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Audit log schema + 非阻塞写 + rotate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JsonLinesAuditSink mpsc bounded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Multi-tenant token routing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TokenBroker::resolve + caller_id 路由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OAuth bearer + SSE 心跳 re-validation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resolve_bearer + sse_refresh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UCAN-lite delegation (27 测 + 12 e2e)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Hello.ucan_tokens + atd_runtime::ucan::*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FHIR R4 validation + 75-URI 白名单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atd-middleware-fhir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HIPAA PHI redaction (18 类 × 13 路径)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atd-middleware-pii-redact-medical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Cursor 分页 + HMAC 签名 + cross-tool 重放防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CursorIssuer + supports_pagination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多 connection 并发 + p99 &lt; 200ms SLO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multi_thread tokio + frame deadline + SDK retry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Noto Sans CJK SC"/>
                        </a:rPr>
                        <a:t>跨 transport byte-parity 测试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atd-conformance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20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celia 自己实现的 (ATD 故意 non-goal)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4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celia 自实现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为何不在 ATD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§13.1 DEK 加密 / KeyCache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adopter-specific 加密策略; ATD operate on already-decrypted Value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Pattern A IPC (Tauri 父子 socket bootstrap)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桌面 app shape; ATD layer 不管 process model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FHIR Bundle / CSV / JSON ingestion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Ingestion 是产品 surface, 非协议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CRDT 同步 + Lamport tiebreaker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celia 业务模型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WebCrypto PWA subset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浏览器特定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GDPR Article 17 erasure (hard delete)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celia 业务模型 + 合规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Tauri commands + UniFFI Swift/Kotlin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桥接产品壳, 非协议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21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celia 一句话总结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828800"/>
            <a:ext cx="11277295" cy="3931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728655" cy="3383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Noto Sans CJK SC"/>
              </a:rPr>
              <a:t>celia_phr 证明:
一份协议级中立调度面 (ATD)
+ 一组可装配的扩展点 (Binding / Middleware / TokenBroker / AuditSink / UCAN)
能让一个本地优先、零知识、专利级 PHR 应用在
3 个 shell × 4 条 binding 路径 × cross-vendor federation × multi-agent delegation
场景下保持 single source of truth 的业务代码
+ 可逐路径验证的隐私不变量。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03 · celia_phr 案例深度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22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References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83080"/>
            <a:ext cx="11277295" cy="47548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celia_phr/docs/ARCHITECTURE.md (2026-05-15 Phase L.4-followup-2)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docs/adr/0001-celia-atd-roadmap-alignment.md (4 family categorization)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docs/archive/superpowers/specs/2026-05-11-sp-streamable-http-design.md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docs/archive/superpowers/specs/2026-05-11-sp-token-broker-phase2-design.md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docs/archive/superpowers/specs/2026-05-11-sp-capability-v2-design.md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docs/archive/superpowers/specs/2026-05-11-sp-medical-middleware-design.md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docs/archive/superpowers/specs/2026-05-12-sp-concurrency-baseline-design.md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docs/issues/2026-05-12-celia-concurrency-adopter-validation.md (closed-verified)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docs/issues/2026-05-28-ucan-dormant-awaiting-product-trigger.md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